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4.xml" ContentType="application/vnd.openxmlformats-officedocument.presentationml.slideMaster+xml"/>
  <Override PartName="/ppt/slideMasters/slideMaster6.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8.xml" ContentType="application/vnd.openxmlformats-officedocument.theme+xml"/>
  <Override PartName="/ppt/theme/theme5.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s/slide12.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4" r:id="rId4"/>
    <p:sldMasterId id="2147483657" r:id="rId5"/>
    <p:sldMasterId id="2147483660" r:id="rId6"/>
    <p:sldMasterId id="2147483662" r:id="rId7"/>
    <p:sldMasterId id="2147483664" r:id="rId8"/>
    <p:sldMasterId id="2147483666" r:id="rId9"/>
    <p:sldMasterId id="2147483669" r:id="rId10"/>
    <p:sldMasterId id="2147483671" r:id="rId11"/>
  </p:sld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Lst>
  <p:sldSz cx="10080625" cy="567055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4.xml"/><Relationship Id="rId5" Type="http://schemas.openxmlformats.org/officeDocument/2006/relationships/slideMaster" Target="slideMasters/slideMaster6.xml"/><Relationship Id="rId6" Type="http://schemas.openxmlformats.org/officeDocument/2006/relationships/slideMaster" Target="slideMasters/slideMaster8.xml"/><Relationship Id="rId7" Type="http://schemas.openxmlformats.org/officeDocument/2006/relationships/slideMaster" Target="slideMasters/slideMaster9.xml"/><Relationship Id="rId8" Type="http://schemas.openxmlformats.org/officeDocument/2006/relationships/slideMaster" Target="slideMasters/slideMaster10.xml"/><Relationship Id="rId9" Type="http://schemas.openxmlformats.org/officeDocument/2006/relationships/slideMaster" Target="slideMasters/slideMaster11.xml"/><Relationship Id="rId10" Type="http://schemas.openxmlformats.org/officeDocument/2006/relationships/slideMaster" Target="slideMasters/slideMaster13.xml"/><Relationship Id="rId11" Type="http://schemas.openxmlformats.org/officeDocument/2006/relationships/slideMaster" Target="slideMasters/slideMaster14.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Freshes">
    <p:spTree>
      <p:nvGrpSpPr>
        <p:cNvPr id="1" name=""/>
        <p:cNvGrpSpPr/>
        <p:nvPr/>
      </p:nvGrpSpPr>
      <p:grpSpPr>
        <a:xfrm>
          <a:off x="0" y="0"/>
          <a:ext cx="0" cy="0"/>
          <a:chOff x="0" y="0"/>
          <a:chExt cx="0" cy="0"/>
        </a:xfrm>
      </p:grpSpPr>
      <p:sp>
        <p:nvSpPr>
          <p:cNvPr id="5" name="PlaceHolder 1"/>
          <p:cNvSpPr>
            <a:spLocks noGrp="1"/>
          </p:cNvSpPr>
          <p:nvPr>
            <p:ph type="title"/>
          </p:nvPr>
        </p:nvSpPr>
        <p:spPr>
          <a:xfrm>
            <a:off x="720000" y="576000"/>
            <a:ext cx="8639640" cy="251964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7200" b="1" u="none" strike="noStrike">
              <a:solidFill>
                <a:srgbClr val="FFFFFF"/>
              </a:solidFill>
              <a:effectLst/>
              <a:uFillTx/>
              <a:latin typeface="Noto Sans"/>
            </a:endParaRPr>
          </a:p>
        </p:txBody>
      </p:sp>
      <p:sp>
        <p:nvSpPr>
          <p:cNvPr id="6" name="PlaceHolder 2"/>
          <p:cNvSpPr>
            <a:spLocks noGrp="1"/>
          </p:cNvSpPr>
          <p:nvPr>
            <p:ph/>
          </p:nvPr>
        </p:nvSpPr>
        <p:spPr>
          <a:xfrm>
            <a:off x="720000" y="3312000"/>
            <a:ext cx="6839640" cy="1979640"/>
          </a:xfrm>
          <a:prstGeom prst="rect">
            <a:avLst/>
          </a:prstGeom>
          <a:noFill/>
          <a:ln w="0">
            <a:noFill/>
          </a:ln>
        </p:spPr>
        <p:txBody>
          <a:bodyPr lIns="0" tIns="0" rIns="0" bIns="0" anchor="t">
            <a:normAutofit/>
          </a:bodyPr>
          <a:p>
            <a:pPr indent="0" algn="l" defTabSz="914400">
              <a:lnSpc>
                <a:spcPct val="90000"/>
              </a:lnSpc>
              <a:spcBef>
                <a:spcPts val="1417"/>
              </a:spcBef>
              <a:buNone/>
            </a:pPr>
            <a:endParaRPr lang="en-US" sz="3200" b="0" u="none" strike="noStrike">
              <a:solidFill>
                <a:srgbClr val="FFFFFF"/>
              </a:solidFill>
              <a:effectLst/>
              <a:uFillTx/>
              <a:latin typeface="Noto San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Freshes">
    <p:spTree>
      <p:nvGrpSpPr>
        <p:cNvPr id="1" name=""/>
        <p:cNvGrpSpPr/>
        <p:nvPr/>
      </p:nvGrpSpPr>
      <p:grpSpPr>
        <a:xfrm>
          <a:off x="0" y="0"/>
          <a:ext cx="0" cy="0"/>
          <a:chOff x="0" y="0"/>
          <a:chExt cx="0" cy="0"/>
        </a:xfrm>
      </p:grpSpPr>
      <p:sp>
        <p:nvSpPr>
          <p:cNvPr id="7" name="PlaceHolder 1"/>
          <p:cNvSpPr>
            <a:spLocks noGrp="1"/>
          </p:cNvSpPr>
          <p:nvPr>
            <p:ph type="title"/>
          </p:nvPr>
        </p:nvSpPr>
        <p:spPr>
          <a:xfrm>
            <a:off x="720000" y="576000"/>
            <a:ext cx="8639640" cy="251964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7200" b="1" u="none" strike="noStrike">
              <a:solidFill>
                <a:srgbClr val="FFFFFF"/>
              </a:solidFill>
              <a:effectLst/>
              <a:uFillTx/>
              <a:latin typeface="Noto Sans"/>
            </a:endParaRPr>
          </a:p>
        </p:txBody>
      </p:sp>
      <p:sp>
        <p:nvSpPr>
          <p:cNvPr id="8" name="PlaceHolder 2"/>
          <p:cNvSpPr>
            <a:spLocks noGrp="1"/>
          </p:cNvSpPr>
          <p:nvPr>
            <p:ph type="subTitle"/>
          </p:nvPr>
        </p:nvSpPr>
        <p:spPr>
          <a:xfrm>
            <a:off x="720000" y="3312000"/>
            <a:ext cx="6839640" cy="197964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One Bullet">
    <p:bg>
      <p:bgPr>
        <a:blipFill rotWithShape="0">
          <a:blip r:embed="rId2"/>
          <a:stretch/>
        </a:blipFill>
      </p:bgPr>
    </p:bg>
    <p:spTree>
      <p:nvGrpSpPr>
        <p:cNvPr id="1" name=""/>
        <p:cNvGrpSpPr/>
        <p:nvPr/>
      </p:nvGrpSpPr>
      <p:grpSpPr>
        <a:xfrm>
          <a:off x="0" y="0"/>
          <a:ext cx="0" cy="0"/>
          <a:chOff x="0" y="0"/>
          <a:chExt cx="0" cy="0"/>
        </a:xfrm>
      </p:grpSpPr>
      <p:sp>
        <p:nvSpPr>
          <p:cNvPr id="9" name="Rectangle 6"/>
          <p:cNvSpPr/>
          <p:nvPr/>
        </p:nvSpPr>
        <p:spPr>
          <a:xfrm>
            <a:off x="0" y="0"/>
            <a:ext cx="10079640" cy="5669640"/>
          </a:xfrm>
          <a:prstGeom prst="rect">
            <a:avLst/>
          </a:prstGeom>
          <a:solidFill>
            <a:srgbClr val="0D84A1">
              <a:alpha val="45000"/>
            </a:srgbClr>
          </a:solidFill>
          <a:ln w="0">
            <a:noFill/>
          </a:ln>
        </p:spPr>
        <p:style>
          <a:lnRef idx="0"/>
          <a:fillRef idx="0"/>
          <a:effectRef idx="0"/>
          <a:fontRef idx="minor"/>
        </p:style>
        <p:txBody>
          <a:bodyPr wrap="none" lIns="0" tIns="0" rIns="0" bIns="0" anchor="ctr">
            <a:noAutofit/>
          </a:bodyPr>
          <a:p>
            <a:endParaRPr lang="en-US" sz="1800" b="0" u="none" strike="noStrike">
              <a:solidFill>
                <a:srgbClr val="FFFFFF"/>
              </a:solidFill>
              <a:effectLst/>
              <a:uFillTx/>
              <a:latin typeface="Noto Sans"/>
            </a:endParaRPr>
          </a:p>
        </p:txBody>
      </p:sp>
      <p:sp>
        <p:nvSpPr>
          <p:cNvPr id="10" name="PlaceHolder 1"/>
          <p:cNvSpPr>
            <a:spLocks noGrp="1"/>
          </p:cNvSpPr>
          <p:nvPr>
            <p:ph type="title"/>
          </p:nvPr>
        </p:nvSpPr>
        <p:spPr>
          <a:xfrm>
            <a:off x="720000" y="576000"/>
            <a:ext cx="8639640" cy="2519640"/>
          </a:xfrm>
          <a:prstGeom prst="rect">
            <a:avLst/>
          </a:prstGeom>
          <a:noFill/>
          <a:ln w="0">
            <a:noFill/>
          </a:ln>
        </p:spPr>
        <p:txBody>
          <a:bodyPr lIns="0" tIns="0" rIns="0" bIns="0" anchor="ctr">
            <a:normAutofit/>
          </a:bodyPr>
          <a:lstStyle>
            <a:lvl1pPr indent="0" algn="l" defTabSz="914400">
              <a:lnSpc>
                <a:spcPct val="90000"/>
              </a:lnSpc>
              <a:buNone/>
              <a:tabLst>
                <a:tab pos="0" algn="l"/>
              </a:tabLst>
              <a:defRPr lang="en-US" sz="4400" b="1" u="none" strike="noStrike">
                <a:solidFill>
                  <a:srgbClr val="FFFFFF"/>
                </a:solidFill>
                <a:effectLst/>
                <a:uFillTx/>
                <a:latin typeface="Noto Sans"/>
              </a:defRPr>
            </a:lvl1pPr>
          </a:lstStyle>
          <a:p>
            <a:pPr indent="0" algn="l" defTabSz="914400">
              <a:lnSpc>
                <a:spcPct val="90000"/>
              </a:lnSpc>
              <a:buNone/>
              <a:tabLst>
                <a:tab pos="0" algn="l"/>
              </a:tabLst>
            </a:pPr>
            <a:r>
              <a:rPr lang="en-US" sz="4400" b="1" u="none" strike="noStrike">
                <a:solidFill>
                  <a:srgbClr val="FFFFFF"/>
                </a:solidFill>
                <a:effectLst/>
                <a:uFillTx/>
                <a:latin typeface="Noto Sans"/>
              </a:rPr>
              <a:t>Click to edit the title text format</a:t>
            </a:r>
            <a:endParaRPr lang="en-US" sz="4400" b="1" u="none" strike="noStrike">
              <a:solidFill>
                <a:srgbClr val="FFFFFF"/>
              </a:solidFill>
              <a:effectLst/>
              <a:uFillTx/>
              <a:latin typeface="Noto Sans"/>
            </a:endParaRPr>
          </a:p>
        </p:txBody>
      </p:sp>
      <p:sp>
        <p:nvSpPr>
          <p:cNvPr id="11" name="PlaceHolder 2"/>
          <p:cNvSpPr>
            <a:spLocks noGrp="1"/>
          </p:cNvSpPr>
          <p:nvPr>
            <p:ph type="body"/>
          </p:nvPr>
        </p:nvSpPr>
        <p:spPr>
          <a:xfrm>
            <a:off x="720000" y="3312000"/>
            <a:ext cx="6839640" cy="1979640"/>
          </a:xfrm>
          <a:prstGeom prst="rect">
            <a:avLst/>
          </a:prstGeom>
          <a:noFill/>
          <a:ln w="0">
            <a:noFill/>
          </a:ln>
        </p:spPr>
        <p:txBody>
          <a:bodyPr lIns="0" tIns="0" rIns="0" bIns="0" anchor="t">
            <a:normAutofit fontScale="62500" lnSpcReduction="19999"/>
          </a:bodyPr>
          <a:lstStyle>
            <a:lvl1pPr algn="l" defTabSz="914400">
              <a:lnSpc>
                <a:spcPct val="90000"/>
              </a:lnSpc>
              <a:spcBef>
                <a:spcPts val="1417"/>
              </a:spcBef>
              <a:buClr>
                <a:srgbClr val="FFFFFF"/>
              </a:buClr>
              <a:buSzPct val="45000"/>
              <a:buFont typeface="Wingdings" charset="2"/>
              <a:buChar char=""/>
              <a:defRPr lang="en-US" sz="3200" b="0" u="none" strike="noStrike">
                <a:solidFill>
                  <a:srgbClr val="FFFFFF"/>
                </a:solidFill>
                <a:effectLst/>
                <a:uFillTx/>
                <a:latin typeface="Noto Sans"/>
              </a:defRPr>
            </a:lvl1pPr>
            <a:lvl2pPr lvl="1" algn="l" defTabSz="914400">
              <a:lnSpc>
                <a:spcPct val="90000"/>
              </a:lnSpc>
              <a:spcBef>
                <a:spcPts val="1134"/>
              </a:spcBef>
              <a:buClr>
                <a:srgbClr val="000000"/>
              </a:buClr>
              <a:buSzPct val="75000"/>
              <a:buFont typeface="Symbol" charset="2"/>
              <a:buChar char=""/>
              <a:defRPr lang="en-US" sz="3200" b="0" u="none" strike="noStrike">
                <a:solidFill>
                  <a:srgbClr val="FFFFFF"/>
                </a:solidFill>
                <a:effectLst/>
                <a:uFillTx/>
                <a:latin typeface="Noto Sans"/>
              </a:defRPr>
            </a:lvl2pPr>
            <a:lvl3pPr lvl="2" algn="l" defTabSz="914400">
              <a:lnSpc>
                <a:spcPct val="90000"/>
              </a:lnSpc>
              <a:spcBef>
                <a:spcPts val="850"/>
              </a:spcBef>
              <a:buClr>
                <a:srgbClr val="000000"/>
              </a:buClr>
              <a:buSzPct val="45000"/>
              <a:buFont typeface="Wingdings" charset="2"/>
              <a:buChar char=""/>
              <a:defRPr lang="en-US" sz="3200" b="0" u="none" strike="noStrike">
                <a:solidFill>
                  <a:srgbClr val="FFFFFF"/>
                </a:solidFill>
                <a:effectLst/>
                <a:uFillTx/>
                <a:latin typeface="Noto Sans"/>
              </a:defRPr>
            </a:lvl3pPr>
            <a:lvl4pPr lvl="3" algn="l" defTabSz="914400">
              <a:lnSpc>
                <a:spcPct val="90000"/>
              </a:lnSpc>
              <a:spcBef>
                <a:spcPts val="567"/>
              </a:spcBef>
              <a:buClr>
                <a:srgbClr val="000000"/>
              </a:buClr>
              <a:buSzPct val="75000"/>
              <a:buFont typeface="Symbol" charset="2"/>
              <a:buChar char=""/>
              <a:defRPr lang="en-US" sz="3200" b="0" u="none" strike="noStrike">
                <a:solidFill>
                  <a:srgbClr val="FFFFFF"/>
                </a:solidFill>
                <a:effectLst/>
                <a:uFillTx/>
                <a:latin typeface="Noto Sans"/>
              </a:defRPr>
            </a:lvl4pPr>
            <a:lvl5pPr lvl="4" algn="l" defTabSz="914400">
              <a:lnSpc>
                <a:spcPct val="90000"/>
              </a:lnSpc>
              <a:spcBef>
                <a:spcPts val="283"/>
              </a:spcBef>
              <a:buClr>
                <a:srgbClr val="000000"/>
              </a:buClr>
              <a:buSzPct val="45000"/>
              <a:buFont typeface="Wingdings" charset="2"/>
              <a:buChar char=""/>
              <a:defRPr lang="en-US" sz="3200" b="0" u="none" strike="noStrike">
                <a:solidFill>
                  <a:srgbClr val="FFFFFF"/>
                </a:solidFill>
                <a:effectLst/>
                <a:uFillTx/>
                <a:latin typeface="Noto Sans"/>
              </a:defRPr>
            </a:lvl5pPr>
            <a:lvl6pPr lvl="5" algn="l" defTabSz="914400">
              <a:lnSpc>
                <a:spcPct val="90000"/>
              </a:lnSpc>
              <a:spcBef>
                <a:spcPts val="283"/>
              </a:spcBef>
              <a:buClr>
                <a:srgbClr val="000000"/>
              </a:buClr>
              <a:buSzPct val="45000"/>
              <a:buFont typeface="Wingdings" charset="2"/>
              <a:buChar char=""/>
              <a:defRPr lang="en-US" sz="3200" b="0" u="none" strike="noStrike">
                <a:solidFill>
                  <a:srgbClr val="FFFFFF"/>
                </a:solidFill>
                <a:effectLst/>
                <a:uFillTx/>
                <a:latin typeface="Noto Sans"/>
              </a:defRPr>
            </a:lvl6pPr>
            <a:lvl7pPr lvl="6" algn="l" defTabSz="914400">
              <a:lnSpc>
                <a:spcPct val="90000"/>
              </a:lnSpc>
              <a:spcBef>
                <a:spcPts val="283"/>
              </a:spcBef>
              <a:buClr>
                <a:srgbClr val="000000"/>
              </a:buClr>
              <a:buSzPct val="45000"/>
              <a:buFont typeface="Wingdings" charset="2"/>
              <a:buChar char=""/>
              <a:defRPr lang="en-US" sz="3200" b="0" u="none" strike="noStrike">
                <a:solidFill>
                  <a:srgbClr val="FFFFFF"/>
                </a:solidFill>
                <a:effectLst/>
                <a:uFillTx/>
                <a:latin typeface="Noto Sans"/>
              </a:defRPr>
            </a:lvl7pPr>
          </a:lstStyle>
          <a:p>
            <a:pPr indent="-228600" algn="l" defTabSz="914400">
              <a:lnSpc>
                <a:spcPct val="90000"/>
              </a:lnSpc>
              <a:spcBef>
                <a:spcPts val="1417"/>
              </a:spcBef>
              <a:buClr>
                <a:srgbClr val="FFFFFF"/>
              </a:buClr>
              <a:buSzPct val="45000"/>
              <a:buFont typeface="Wingdings" charset="2"/>
              <a:buChar char=""/>
            </a:pPr>
            <a:r>
              <a:rPr lang="en-US" sz="3200" b="0" u="none" strike="noStrike">
                <a:solidFill>
                  <a:srgbClr val="FFFFFF"/>
                </a:solidFill>
                <a:effectLst/>
                <a:uFillTx/>
                <a:latin typeface="Noto Sans"/>
              </a:rPr>
              <a:t>Click to edit the outline text format</a:t>
            </a:r>
            <a:endParaRPr lang="en-US" sz="3200" b="0" u="none" strike="noStrike">
              <a:solidFill>
                <a:srgbClr val="FFFFFF"/>
              </a:solidFill>
              <a:effectLst/>
              <a:uFillTx/>
              <a:latin typeface="Noto Sans"/>
            </a:endParaRPr>
          </a:p>
          <a:p>
            <a:pPr marL="457200" lvl="1" indent="-324000" algn="l" defTabSz="914400">
              <a:lnSpc>
                <a:spcPct val="90000"/>
              </a:lnSpc>
              <a:spcBef>
                <a:spcPts val="1134"/>
              </a:spcBef>
              <a:buClr>
                <a:srgbClr val="000000"/>
              </a:buClr>
              <a:buSzPct val="75000"/>
              <a:buFont typeface="Symbol" charset="2"/>
              <a:buChar char=""/>
            </a:pPr>
            <a:r>
              <a:rPr lang="en-US" sz="3200" b="0" u="none" strike="noStrike">
                <a:solidFill>
                  <a:srgbClr val="FFFFFF"/>
                </a:solidFill>
                <a:effectLst/>
                <a:uFillTx/>
                <a:latin typeface="Noto Sans"/>
              </a:rPr>
              <a:t>Second Outline Level</a:t>
            </a:r>
            <a:endParaRPr lang="en-US" sz="3200" b="0" u="none" strike="noStrike">
              <a:solidFill>
                <a:srgbClr val="FFFFFF"/>
              </a:solidFill>
              <a:effectLst/>
              <a:uFillTx/>
              <a:latin typeface="Noto Sans"/>
            </a:endParaRPr>
          </a:p>
          <a:p>
            <a:pPr marL="914400" lvl="2" indent="-288000" algn="l" defTabSz="914400">
              <a:lnSpc>
                <a:spcPct val="90000"/>
              </a:lnSpc>
              <a:spcBef>
                <a:spcPts val="850"/>
              </a:spcBef>
              <a:buClr>
                <a:srgbClr val="000000"/>
              </a:buClr>
              <a:buSzPct val="45000"/>
              <a:buFont typeface="Wingdings" charset="2"/>
              <a:buChar char=""/>
            </a:pPr>
            <a:r>
              <a:rPr lang="en-US" sz="3200" b="0" u="none" strike="noStrike">
                <a:solidFill>
                  <a:srgbClr val="FFFFFF"/>
                </a:solidFill>
                <a:effectLst/>
                <a:uFillTx/>
                <a:latin typeface="Noto Sans"/>
              </a:rPr>
              <a:t>Third Outline Level</a:t>
            </a:r>
            <a:endParaRPr lang="en-US" sz="3200" b="0" u="none" strike="noStrike">
              <a:solidFill>
                <a:srgbClr val="FFFFFF"/>
              </a:solidFill>
              <a:effectLst/>
              <a:uFillTx/>
              <a:latin typeface="Noto Sans"/>
            </a:endParaRPr>
          </a:p>
          <a:p>
            <a:pPr marL="1371600" lvl="3" indent="-216000" algn="l" defTabSz="914400">
              <a:lnSpc>
                <a:spcPct val="90000"/>
              </a:lnSpc>
              <a:spcBef>
                <a:spcPts val="567"/>
              </a:spcBef>
              <a:buClr>
                <a:srgbClr val="000000"/>
              </a:buClr>
              <a:buSzPct val="75000"/>
              <a:buFont typeface="Symbol" charset="2"/>
              <a:buChar char=""/>
            </a:pPr>
            <a:r>
              <a:rPr lang="en-US" sz="3200" b="0" u="none" strike="noStrike">
                <a:solidFill>
                  <a:srgbClr val="FFFFFF"/>
                </a:solidFill>
                <a:effectLst/>
                <a:uFillTx/>
                <a:latin typeface="Noto Sans"/>
              </a:rPr>
              <a:t>Fourth Outline Level</a:t>
            </a:r>
            <a:endParaRPr lang="en-US" sz="3200" b="0" u="none" strike="noStrike">
              <a:solidFill>
                <a:srgbClr val="FFFFFF"/>
              </a:solidFill>
              <a:effectLst/>
              <a:uFillTx/>
              <a:latin typeface="Noto Sans"/>
            </a:endParaRPr>
          </a:p>
          <a:p>
            <a:pPr marL="1828800" lvl="4" indent="-216000" algn="l" defTabSz="914400">
              <a:lnSpc>
                <a:spcPct val="90000"/>
              </a:lnSpc>
              <a:spcBef>
                <a:spcPts val="283"/>
              </a:spcBef>
              <a:buClr>
                <a:srgbClr val="000000"/>
              </a:buClr>
              <a:buSzPct val="45000"/>
              <a:buFont typeface="Wingdings" charset="2"/>
              <a:buChar char=""/>
            </a:pPr>
            <a:r>
              <a:rPr lang="en-US" sz="3200" b="0" u="none" strike="noStrike">
                <a:solidFill>
                  <a:srgbClr val="FFFFFF"/>
                </a:solidFill>
                <a:effectLst/>
                <a:uFillTx/>
                <a:latin typeface="Noto Sans"/>
              </a:rPr>
              <a:t>Fifth Outline Level</a:t>
            </a:r>
            <a:endParaRPr lang="en-US" sz="3200" b="0" u="none" strike="noStrike">
              <a:solidFill>
                <a:srgbClr val="FFFFFF"/>
              </a:solidFill>
              <a:effectLst/>
              <a:uFillTx/>
              <a:latin typeface="Noto Sans"/>
            </a:endParaRPr>
          </a:p>
          <a:p>
            <a:pPr marL="2286000" lvl="5" indent="-216000" algn="l" defTabSz="914400">
              <a:lnSpc>
                <a:spcPct val="90000"/>
              </a:lnSpc>
              <a:spcBef>
                <a:spcPts val="283"/>
              </a:spcBef>
              <a:buClr>
                <a:srgbClr val="000000"/>
              </a:buClr>
              <a:buSzPct val="45000"/>
              <a:buFont typeface="Wingdings" charset="2"/>
              <a:buChar char=""/>
            </a:pPr>
            <a:r>
              <a:rPr lang="en-US" sz="3200" b="0" u="none" strike="noStrike">
                <a:solidFill>
                  <a:srgbClr val="FFFFFF"/>
                </a:solidFill>
                <a:effectLst/>
                <a:uFillTx/>
                <a:latin typeface="Noto Sans"/>
              </a:rPr>
              <a:t>Sixth Outline Level</a:t>
            </a:r>
            <a:endParaRPr lang="en-US" sz="3200" b="0" u="none" strike="noStrike">
              <a:solidFill>
                <a:srgbClr val="FFFFFF"/>
              </a:solidFill>
              <a:effectLst/>
              <a:uFillTx/>
              <a:latin typeface="Noto Sans"/>
            </a:endParaRPr>
          </a:p>
          <a:p>
            <a:pPr marL="2743200" lvl="6" indent="-216000" algn="l" defTabSz="914400">
              <a:lnSpc>
                <a:spcPct val="90000"/>
              </a:lnSpc>
              <a:spcBef>
                <a:spcPts val="283"/>
              </a:spcBef>
              <a:buClr>
                <a:srgbClr val="000000"/>
              </a:buClr>
              <a:buSzPct val="45000"/>
              <a:buFont typeface="Wingdings" charset="2"/>
              <a:buChar char=""/>
            </a:pPr>
            <a:r>
              <a:rPr lang="en-US" sz="3200" b="0" u="none" strike="noStrike">
                <a:solidFill>
                  <a:srgbClr val="FFFFFF"/>
                </a:solidFill>
                <a:effectLst/>
                <a:uFillTx/>
                <a:latin typeface="Noto Sans"/>
              </a:rPr>
              <a:t>Seventh Outline Level</a:t>
            </a:r>
            <a:endParaRPr lang="en-US" sz="3200" b="0" u="none" strike="noStrike">
              <a:solidFill>
                <a:srgbClr val="FFFFFF"/>
              </a:solidFill>
              <a:effectLst/>
              <a:uFillTx/>
              <a:latin typeface="Noto Sans"/>
            </a:endParaRPr>
          </a:p>
        </p:txBody>
      </p:sp>
      <p:sp>
        <p:nvSpPr>
          <p:cNvPr id="12" name="PlaceHolder 3"/>
          <p:cNvSpPr>
            <a:spLocks noGrp="1"/>
          </p:cNvSpPr>
          <p:nvPr>
            <p:ph type="ftr" idx="1"/>
          </p:nvPr>
        </p:nvSpPr>
        <p:spPr>
          <a:xfrm>
            <a:off x="3420000" y="5328000"/>
            <a:ext cx="3239640" cy="242280"/>
          </a:xfrm>
          <a:prstGeom prst="rect">
            <a:avLst/>
          </a:prstGeom>
          <a:noFill/>
          <a:ln w="0">
            <a:noFill/>
          </a:ln>
        </p:spPr>
        <p:txBody>
          <a:bodyPr lIns="0" tIns="0" rIns="0" bIns="0" anchor="t">
            <a:noAutofit/>
          </a:bodyPr>
          <a:lstStyle>
            <a:lvl1pPr indent="0" algn="ctr" defTabSz="914400">
              <a:lnSpc>
                <a:spcPct val="100000"/>
              </a:lnSpc>
              <a:buNone/>
              <a:tabLst>
                <a:tab pos="0" algn="l"/>
              </a:tabLst>
              <a:defRPr lang="en-US" sz="1400" b="0" u="none" strike="noStrike">
                <a:solidFill>
                  <a:srgbClr val="FFFFFF"/>
                </a:solidFill>
                <a:effectLst/>
                <a:uFillTx/>
                <a:latin typeface="Noto Sans"/>
                <a:ea typeface="DejaVu Sans"/>
              </a:defRPr>
            </a:lvl1pPr>
          </a:lstStyle>
          <a:p>
            <a:pPr indent="0" algn="ctr" defTabSz="914400">
              <a:lnSpc>
                <a:spcPct val="100000"/>
              </a:lnSpc>
              <a:buNone/>
              <a:tabLst>
                <a:tab pos="0" algn="l"/>
              </a:tabLst>
            </a:pPr>
            <a:r>
              <a:rPr lang="en-US" sz="1400" b="0" u="none" strike="noStrike">
                <a:solidFill>
                  <a:srgbClr val="FFFFFF"/>
                </a:solidFill>
                <a:effectLst/>
                <a:uFillTx/>
                <a:latin typeface="Noto Sans"/>
                <a:ea typeface="DejaVu Sans"/>
              </a:rPr>
              <a:t>&lt;footer&gt;</a:t>
            </a:r>
            <a:endParaRPr lang="en-US" sz="1400" b="0" u="none" strike="noStrike">
              <a:solidFill>
                <a:srgbClr val="000000"/>
              </a:solidFill>
              <a:effectLst/>
              <a:uFillTx/>
              <a:latin typeface="Times New Roman"/>
            </a:endParaRPr>
          </a:p>
        </p:txBody>
      </p:sp>
      <p:sp>
        <p:nvSpPr>
          <p:cNvPr id="13" name="PlaceHolder 4"/>
          <p:cNvSpPr>
            <a:spLocks noGrp="1"/>
          </p:cNvSpPr>
          <p:nvPr>
            <p:ph type="sldNum" idx="2"/>
          </p:nvPr>
        </p:nvSpPr>
        <p:spPr>
          <a:xfrm>
            <a:off x="7228800" y="5328000"/>
            <a:ext cx="2346840" cy="242280"/>
          </a:xfrm>
          <a:prstGeom prst="rect">
            <a:avLst/>
          </a:prstGeom>
          <a:noFill/>
          <a:ln w="0">
            <a:noFill/>
          </a:ln>
        </p:spPr>
        <p:txBody>
          <a:bodyPr lIns="0" tIns="0" rIns="0" bIns="0" anchor="t">
            <a:noAutofit/>
          </a:bodyPr>
          <a:lstStyle>
            <a:lvl1pPr indent="0" algn="r" defTabSz="914400">
              <a:lnSpc>
                <a:spcPct val="100000"/>
              </a:lnSpc>
              <a:buNone/>
              <a:tabLst>
                <a:tab pos="0" algn="l"/>
              </a:tabLst>
              <a:defRPr lang="en-US" sz="1400" b="0" u="none" strike="noStrike">
                <a:solidFill>
                  <a:srgbClr val="FFFFFF"/>
                </a:solidFill>
                <a:effectLst/>
                <a:uFillTx/>
                <a:latin typeface="Noto Sans"/>
                <a:ea typeface="DejaVu Sans"/>
              </a:defRPr>
            </a:lvl1pPr>
          </a:lstStyle>
          <a:p>
            <a:pPr indent="0" algn="r" defTabSz="914400">
              <a:lnSpc>
                <a:spcPct val="100000"/>
              </a:lnSpc>
              <a:buNone/>
              <a:tabLst>
                <a:tab pos="0" algn="l"/>
              </a:tabLst>
            </a:pPr>
            <a:fld id="{48C4D9DF-F0BA-4C6E-A277-B2E0185B61EC}" type="slidenum">
              <a:rPr lang="en-US" sz="1400" b="0" u="none" strike="noStrike">
                <a:solidFill>
                  <a:srgbClr val="FFFFFF"/>
                </a:solidFill>
                <a:effectLst/>
                <a:uFillTx/>
                <a:latin typeface="Noto Sans"/>
                <a:ea typeface="DejaVu Sans"/>
              </a:rPr>
              <a:t>&lt;number&gt;</a:t>
            </a:fld>
            <a:endParaRPr lang="en-US" sz="1400" b="0" u="none" strike="noStrike">
              <a:solidFill>
                <a:srgbClr val="000000"/>
              </a:solidFill>
              <a:effectLst/>
              <a:uFillTx/>
              <a:latin typeface="Times New Roman"/>
            </a:endParaRPr>
          </a:p>
        </p:txBody>
      </p:sp>
      <p:sp>
        <p:nvSpPr>
          <p:cNvPr id="14" name="PlaceHolder 5"/>
          <p:cNvSpPr>
            <a:spLocks noGrp="1"/>
          </p:cNvSpPr>
          <p:nvPr>
            <p:ph type="dt" idx="3"/>
          </p:nvPr>
        </p:nvSpPr>
        <p:spPr>
          <a:xfrm>
            <a:off x="504000" y="5328000"/>
            <a:ext cx="2346840" cy="242280"/>
          </a:xfrm>
          <a:prstGeom prst="rect">
            <a:avLst/>
          </a:prstGeom>
          <a:noFill/>
          <a:ln w="0">
            <a:noFill/>
          </a:ln>
        </p:spPr>
        <p:txBody>
          <a:bodyPr lIns="0" tIns="0" rIns="0" bIns="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blipFill rotWithShape="0">
          <a:blip r:embed="rId2"/>
          <a:stretch/>
        </a:blipFill>
      </p:bgPr>
    </p:bg>
    <p:spTree>
      <p:nvGrpSpPr>
        <p:cNvPr id="1" name=""/>
        <p:cNvGrpSpPr/>
        <p:nvPr/>
      </p:nvGrpSpPr>
      <p:grpSpPr>
        <a:xfrm>
          <a:off x="0" y="0"/>
          <a:ext cx="0" cy="0"/>
          <a:chOff x="0" y="0"/>
          <a:chExt cx="0" cy="0"/>
        </a:xfrm>
      </p:grpSpPr>
      <p:sp>
        <p:nvSpPr>
          <p:cNvPr id="15" name="Rectangle 6"/>
          <p:cNvSpPr/>
          <p:nvPr/>
        </p:nvSpPr>
        <p:spPr>
          <a:xfrm>
            <a:off x="0" y="0"/>
            <a:ext cx="10079640" cy="5669640"/>
          </a:xfrm>
          <a:prstGeom prst="rect">
            <a:avLst/>
          </a:prstGeom>
          <a:solidFill>
            <a:srgbClr val="0D84A1">
              <a:alpha val="45000"/>
            </a:srgbClr>
          </a:solidFill>
          <a:ln w="0">
            <a:noFill/>
          </a:ln>
        </p:spPr>
        <p:style>
          <a:lnRef idx="0"/>
          <a:fillRef idx="0"/>
          <a:effectRef idx="0"/>
          <a:fontRef idx="minor"/>
        </p:style>
        <p:txBody>
          <a:bodyPr wrap="none" lIns="0" tIns="0" rIns="0" bIns="0" anchor="ctr">
            <a:noAutofit/>
          </a:bodyPr>
          <a:p>
            <a:endParaRPr lang="en-US" sz="1800" b="0" u="none" strike="noStrike">
              <a:solidFill>
                <a:srgbClr val="FFFFFF"/>
              </a:solidFill>
              <a:effectLst/>
              <a:uFillTx/>
              <a:latin typeface="Noto Sans"/>
            </a:endParaRPr>
          </a:p>
        </p:txBody>
      </p:sp>
      <p:sp>
        <p:nvSpPr>
          <p:cNvPr id="16" name="PlaceHolder 1"/>
          <p:cNvSpPr>
            <a:spLocks noGrp="1"/>
          </p:cNvSpPr>
          <p:nvPr>
            <p:ph type="title"/>
          </p:nvPr>
        </p:nvSpPr>
        <p:spPr>
          <a:xfrm>
            <a:off x="720000" y="576000"/>
            <a:ext cx="8639640" cy="2519640"/>
          </a:xfrm>
          <a:prstGeom prst="rect">
            <a:avLst/>
          </a:prstGeom>
          <a:noFill/>
          <a:ln w="0">
            <a:noFill/>
          </a:ln>
        </p:spPr>
        <p:txBody>
          <a:bodyPr lIns="0" tIns="0" rIns="0" bIns="0" anchor="ctr">
            <a:normAutofit/>
          </a:bodyPr>
          <a:lstStyle>
            <a:lvl1pPr indent="0" algn="l" defTabSz="914400">
              <a:lnSpc>
                <a:spcPct val="90000"/>
              </a:lnSpc>
              <a:buNone/>
              <a:tabLst>
                <a:tab pos="0" algn="l"/>
              </a:tabLst>
              <a:defRPr lang="en-US" sz="4400" b="1" u="none" strike="noStrike">
                <a:solidFill>
                  <a:srgbClr val="FFFFFF"/>
                </a:solidFill>
                <a:effectLst/>
                <a:uFillTx/>
                <a:latin typeface="Noto Sans"/>
              </a:defRPr>
            </a:lvl1pPr>
          </a:lstStyle>
          <a:p>
            <a:pPr indent="0" algn="l" defTabSz="914400">
              <a:lnSpc>
                <a:spcPct val="90000"/>
              </a:lnSpc>
              <a:buNone/>
              <a:tabLst>
                <a:tab pos="0" algn="l"/>
              </a:tabLst>
            </a:pPr>
            <a:r>
              <a:rPr lang="en-US" sz="4400" b="1" u="none" strike="noStrike">
                <a:solidFill>
                  <a:srgbClr val="FFFFFF"/>
                </a:solidFill>
                <a:effectLst/>
                <a:uFillTx/>
                <a:latin typeface="Noto Sans"/>
              </a:rPr>
              <a:t>Click to edit the title text format</a:t>
            </a:r>
            <a:endParaRPr lang="en-US" sz="4400" b="1" u="none" strike="noStrike">
              <a:solidFill>
                <a:srgbClr val="FFFFFF"/>
              </a:solidFill>
              <a:effectLst/>
              <a:uFillTx/>
              <a:latin typeface="Noto Sans"/>
            </a:endParaRPr>
          </a:p>
        </p:txBody>
      </p:sp>
      <p:sp>
        <p:nvSpPr>
          <p:cNvPr id="17" name="PlaceHolder 2"/>
          <p:cNvSpPr>
            <a:spLocks noGrp="1"/>
          </p:cNvSpPr>
          <p:nvPr>
            <p:ph type="ftr" idx="4"/>
          </p:nvPr>
        </p:nvSpPr>
        <p:spPr>
          <a:xfrm>
            <a:off x="3420000" y="5328000"/>
            <a:ext cx="3239640" cy="242280"/>
          </a:xfrm>
          <a:prstGeom prst="rect">
            <a:avLst/>
          </a:prstGeom>
          <a:noFill/>
          <a:ln w="0">
            <a:noFill/>
          </a:ln>
        </p:spPr>
        <p:txBody>
          <a:bodyPr lIns="0" tIns="0" rIns="0" bIns="0" anchor="t">
            <a:noAutofit/>
          </a:bodyPr>
          <a:lstStyle>
            <a:lvl1pPr indent="0" algn="ctr" defTabSz="914400">
              <a:lnSpc>
                <a:spcPct val="100000"/>
              </a:lnSpc>
              <a:buNone/>
              <a:tabLst>
                <a:tab pos="0" algn="l"/>
              </a:tabLst>
              <a:defRPr lang="en-US" sz="1400" b="0" u="none" strike="noStrike">
                <a:solidFill>
                  <a:srgbClr val="FFFFFF"/>
                </a:solidFill>
                <a:effectLst/>
                <a:uFillTx/>
                <a:latin typeface="Noto Sans"/>
                <a:ea typeface="DejaVu Sans"/>
              </a:defRPr>
            </a:lvl1pPr>
          </a:lstStyle>
          <a:p>
            <a:pPr indent="0" algn="ctr" defTabSz="914400">
              <a:lnSpc>
                <a:spcPct val="100000"/>
              </a:lnSpc>
              <a:buNone/>
              <a:tabLst>
                <a:tab pos="0" algn="l"/>
              </a:tabLst>
            </a:pPr>
            <a:r>
              <a:rPr lang="en-US" sz="1400" b="0" u="none" strike="noStrike">
                <a:solidFill>
                  <a:srgbClr val="FFFFFF"/>
                </a:solidFill>
                <a:effectLst/>
                <a:uFillTx/>
                <a:latin typeface="Noto Sans"/>
                <a:ea typeface="DejaVu Sans"/>
              </a:rPr>
              <a:t>&lt;footer&gt;</a:t>
            </a:r>
            <a:endParaRPr lang="en-US" sz="1400" b="0" u="none" strike="noStrike">
              <a:solidFill>
                <a:srgbClr val="000000"/>
              </a:solidFill>
              <a:effectLst/>
              <a:uFillTx/>
              <a:latin typeface="Times New Roman"/>
            </a:endParaRPr>
          </a:p>
        </p:txBody>
      </p:sp>
      <p:sp>
        <p:nvSpPr>
          <p:cNvPr id="18" name="PlaceHolder 3"/>
          <p:cNvSpPr>
            <a:spLocks noGrp="1"/>
          </p:cNvSpPr>
          <p:nvPr>
            <p:ph type="sldNum" idx="5"/>
          </p:nvPr>
        </p:nvSpPr>
        <p:spPr>
          <a:xfrm>
            <a:off x="7228800" y="5328000"/>
            <a:ext cx="2346840" cy="242280"/>
          </a:xfrm>
          <a:prstGeom prst="rect">
            <a:avLst/>
          </a:prstGeom>
          <a:noFill/>
          <a:ln w="0">
            <a:noFill/>
          </a:ln>
        </p:spPr>
        <p:txBody>
          <a:bodyPr lIns="0" tIns="0" rIns="0" bIns="0" anchor="t">
            <a:noAutofit/>
          </a:bodyPr>
          <a:lstStyle>
            <a:lvl1pPr indent="0" algn="r" defTabSz="914400">
              <a:lnSpc>
                <a:spcPct val="100000"/>
              </a:lnSpc>
              <a:buNone/>
              <a:tabLst>
                <a:tab pos="0" algn="l"/>
              </a:tabLst>
              <a:defRPr lang="en-US" sz="1400" b="0" u="none" strike="noStrike">
                <a:solidFill>
                  <a:srgbClr val="FFFFFF"/>
                </a:solidFill>
                <a:effectLst/>
                <a:uFillTx/>
                <a:latin typeface="Noto Sans"/>
                <a:ea typeface="DejaVu Sans"/>
              </a:defRPr>
            </a:lvl1pPr>
          </a:lstStyle>
          <a:p>
            <a:pPr indent="0" algn="r" defTabSz="914400">
              <a:lnSpc>
                <a:spcPct val="100000"/>
              </a:lnSpc>
              <a:buNone/>
              <a:tabLst>
                <a:tab pos="0" algn="l"/>
              </a:tabLst>
            </a:pPr>
            <a:fld id="{88BB8BC5-C24B-4869-9DE5-C28EB184AE62}" type="slidenum">
              <a:rPr lang="en-US" sz="1400" b="0" u="none" strike="noStrike">
                <a:solidFill>
                  <a:srgbClr val="FFFFFF"/>
                </a:solidFill>
                <a:effectLst/>
                <a:uFillTx/>
                <a:latin typeface="Noto Sans"/>
                <a:ea typeface="DejaVu Sans"/>
              </a:rPr>
              <a:t>&lt;number&gt;</a:t>
            </a:fld>
            <a:endParaRPr lang="en-US" sz="1400" b="0" u="none" strike="noStrike">
              <a:solidFill>
                <a:srgbClr val="000000"/>
              </a:solidFill>
              <a:effectLst/>
              <a:uFillTx/>
              <a:latin typeface="Times New Roman"/>
            </a:endParaRPr>
          </a:p>
        </p:txBody>
      </p:sp>
      <p:sp>
        <p:nvSpPr>
          <p:cNvPr id="19" name="PlaceHolder 4"/>
          <p:cNvSpPr>
            <a:spLocks noGrp="1"/>
          </p:cNvSpPr>
          <p:nvPr>
            <p:ph type="dt" idx="6"/>
          </p:nvPr>
        </p:nvSpPr>
        <p:spPr>
          <a:xfrm>
            <a:off x="504000" y="5328000"/>
            <a:ext cx="2346840" cy="242280"/>
          </a:xfrm>
          <a:prstGeom prst="rect">
            <a:avLst/>
          </a:prstGeom>
          <a:noFill/>
          <a:ln w="0">
            <a:noFill/>
          </a:ln>
        </p:spPr>
        <p:txBody>
          <a:bodyPr lIns="0" tIns="0" rIns="0" bIns="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0"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lvl1pPr algn="l" defTabSz="914400">
              <a:lnSpc>
                <a:spcPct val="90000"/>
              </a:lnSpc>
              <a:spcBef>
                <a:spcPts val="1417"/>
              </a:spcBef>
              <a:buClr>
                <a:srgbClr val="FFFFFF"/>
              </a:buClr>
              <a:buSzPct val="45000"/>
              <a:buFont typeface="Wingdings" charset="2"/>
              <a:buChar char=""/>
              <a:defRPr lang="en-US" sz="3200" b="0" u="none" strike="noStrike">
                <a:solidFill>
                  <a:srgbClr val="FFFFFF"/>
                </a:solidFill>
                <a:effectLst/>
                <a:uFillTx/>
                <a:latin typeface="Noto Sans"/>
              </a:defRPr>
            </a:lvl1pPr>
            <a:lvl2pPr lvl="1" algn="l" defTabSz="914400">
              <a:lnSpc>
                <a:spcPct val="90000"/>
              </a:lnSpc>
              <a:spcBef>
                <a:spcPts val="1134"/>
              </a:spcBef>
              <a:buClr>
                <a:srgbClr val="000000"/>
              </a:buClr>
              <a:buSzPct val="75000"/>
              <a:buFont typeface="Symbol" charset="2"/>
              <a:buChar char=""/>
              <a:defRPr lang="en-US" sz="2800" b="0" u="none" strike="noStrike">
                <a:solidFill>
                  <a:srgbClr val="FFFFFF"/>
                </a:solidFill>
                <a:effectLst/>
                <a:uFillTx/>
                <a:latin typeface="Noto Sans"/>
              </a:defRPr>
            </a:lvl2pPr>
            <a:lvl3pPr lvl="2" algn="l" defTabSz="914400">
              <a:lnSpc>
                <a:spcPct val="90000"/>
              </a:lnSpc>
              <a:spcBef>
                <a:spcPts val="850"/>
              </a:spcBef>
              <a:buClr>
                <a:srgbClr val="000000"/>
              </a:buClr>
              <a:buSzPct val="45000"/>
              <a:buFont typeface="Wingdings" charset="2"/>
              <a:buChar char=""/>
              <a:defRPr lang="en-US" sz="2400" b="0" u="none" strike="noStrike">
                <a:solidFill>
                  <a:srgbClr val="FFFFFF"/>
                </a:solidFill>
                <a:effectLst/>
                <a:uFillTx/>
                <a:latin typeface="Noto Sans"/>
              </a:defRPr>
            </a:lvl3pPr>
            <a:lvl4pPr lvl="3" algn="l" defTabSz="914400">
              <a:lnSpc>
                <a:spcPct val="90000"/>
              </a:lnSpc>
              <a:spcBef>
                <a:spcPts val="567"/>
              </a:spcBef>
              <a:buClr>
                <a:srgbClr val="000000"/>
              </a:buClr>
              <a:buSzPct val="75000"/>
              <a:buFont typeface="Symbol" charset="2"/>
              <a:buChar char=""/>
              <a:defRPr lang="en-US" sz="2000" b="0" u="none" strike="noStrike">
                <a:solidFill>
                  <a:srgbClr val="FFFFFF"/>
                </a:solidFill>
                <a:effectLst/>
                <a:uFillTx/>
                <a:latin typeface="Noto Sans"/>
              </a:defRPr>
            </a:lvl4pPr>
            <a:lvl5pPr lvl="4" algn="l" defTabSz="914400">
              <a:lnSpc>
                <a:spcPct val="90000"/>
              </a:lnSpc>
              <a:spcBef>
                <a:spcPts val="283"/>
              </a:spcBef>
              <a:buClr>
                <a:srgbClr val="000000"/>
              </a:buClr>
              <a:buSzPct val="45000"/>
              <a:buFont typeface="Wingdings" charset="2"/>
              <a:buChar char=""/>
              <a:defRPr lang="en-US" sz="2000" b="0" u="none" strike="noStrike">
                <a:solidFill>
                  <a:srgbClr val="FFFFFF"/>
                </a:solidFill>
                <a:effectLst/>
                <a:uFillTx/>
                <a:latin typeface="Noto Sans"/>
              </a:defRPr>
            </a:lvl5pPr>
            <a:lvl6pPr lvl="5" algn="l" defTabSz="914400">
              <a:lnSpc>
                <a:spcPct val="90000"/>
              </a:lnSpc>
              <a:spcBef>
                <a:spcPts val="283"/>
              </a:spcBef>
              <a:buClr>
                <a:srgbClr val="000000"/>
              </a:buClr>
              <a:buSzPct val="45000"/>
              <a:buFont typeface="Wingdings" charset="2"/>
              <a:buChar char=""/>
              <a:defRPr lang="en-US" sz="2000" b="0" u="none" strike="noStrike">
                <a:solidFill>
                  <a:srgbClr val="FFFFFF"/>
                </a:solidFill>
                <a:effectLst/>
                <a:uFillTx/>
                <a:latin typeface="Noto Sans"/>
              </a:defRPr>
            </a:lvl6pPr>
            <a:lvl7pPr lvl="6" algn="l" defTabSz="914400">
              <a:lnSpc>
                <a:spcPct val="90000"/>
              </a:lnSpc>
              <a:spcBef>
                <a:spcPts val="283"/>
              </a:spcBef>
              <a:buClr>
                <a:srgbClr val="000000"/>
              </a:buClr>
              <a:buSzPct val="45000"/>
              <a:buFont typeface="Wingdings" charset="2"/>
              <a:buChar char=""/>
              <a:defRPr lang="en-US" sz="2000" b="0" u="none" strike="noStrike">
                <a:solidFill>
                  <a:srgbClr val="FFFFFF"/>
                </a:solidFill>
                <a:effectLst/>
                <a:uFillTx/>
                <a:latin typeface="Noto Sans"/>
              </a:defRPr>
            </a:lvl7pPr>
          </a:lstStyle>
          <a:p>
            <a:pPr marL="228600" indent="-228600" algn="l" defTabSz="914400">
              <a:lnSpc>
                <a:spcPct val="90000"/>
              </a:lnSpc>
              <a:spcBef>
                <a:spcPts val="1417"/>
              </a:spcBef>
              <a:buClr>
                <a:srgbClr val="FFFFFF"/>
              </a:buClr>
              <a:buSzPct val="45000"/>
              <a:buFont typeface="Wingdings" charset="2"/>
              <a:buChar char=""/>
            </a:pPr>
            <a:r>
              <a:rPr lang="en-US" sz="3200" b="0" u="none" strike="noStrike">
                <a:solidFill>
                  <a:srgbClr val="FFFFFF"/>
                </a:solidFill>
                <a:effectLst/>
                <a:uFillTx/>
                <a:latin typeface="Noto Sans"/>
              </a:rPr>
              <a:t>Click to edit the outline text format</a:t>
            </a:r>
            <a:endParaRPr lang="en-US" sz="3200" b="0" u="none" strike="noStrike">
              <a:solidFill>
                <a:srgbClr val="FFFFFF"/>
              </a:solidFill>
              <a:effectLst/>
              <a:uFillTx/>
              <a:latin typeface="Noto Sans"/>
            </a:endParaRPr>
          </a:p>
          <a:p>
            <a:pPr marL="864000" lvl="1" indent="-324000" algn="l" defTabSz="914400">
              <a:lnSpc>
                <a:spcPct val="90000"/>
              </a:lnSpc>
              <a:spcBef>
                <a:spcPts val="1134"/>
              </a:spcBef>
              <a:buClr>
                <a:srgbClr val="000000"/>
              </a:buClr>
              <a:buSzPct val="75000"/>
              <a:buFont typeface="Symbol" charset="2"/>
              <a:buChar char=""/>
            </a:pPr>
            <a:r>
              <a:rPr lang="en-US" sz="2800" b="0" u="none" strike="noStrike">
                <a:solidFill>
                  <a:srgbClr val="FFFFFF"/>
                </a:solidFill>
                <a:effectLst/>
                <a:uFillTx/>
                <a:latin typeface="Noto Sans"/>
              </a:rPr>
              <a:t>Second Outline Level</a:t>
            </a:r>
            <a:endParaRPr lang="en-US" sz="2800" b="0" u="none" strike="noStrike">
              <a:solidFill>
                <a:srgbClr val="FFFFFF"/>
              </a:solidFill>
              <a:effectLst/>
              <a:uFillTx/>
              <a:latin typeface="Noto Sans"/>
            </a:endParaRPr>
          </a:p>
          <a:p>
            <a:pPr marL="1296000" lvl="2" indent="-288000" algn="l" defTabSz="914400">
              <a:lnSpc>
                <a:spcPct val="90000"/>
              </a:lnSpc>
              <a:spcBef>
                <a:spcPts val="850"/>
              </a:spcBef>
              <a:buClr>
                <a:srgbClr val="000000"/>
              </a:buClr>
              <a:buSzPct val="45000"/>
              <a:buFont typeface="Wingdings" charset="2"/>
              <a:buChar char=""/>
            </a:pPr>
            <a:r>
              <a:rPr lang="en-US" sz="2400" b="0" u="none" strike="noStrike">
                <a:solidFill>
                  <a:srgbClr val="FFFFFF"/>
                </a:solidFill>
                <a:effectLst/>
                <a:uFillTx/>
                <a:latin typeface="Noto Sans"/>
              </a:rPr>
              <a:t>Third Outline Level</a:t>
            </a:r>
            <a:endParaRPr lang="en-US" sz="2400" b="0" u="none" strike="noStrike">
              <a:solidFill>
                <a:srgbClr val="FFFFFF"/>
              </a:solidFill>
              <a:effectLst/>
              <a:uFillTx/>
              <a:latin typeface="Noto Sans"/>
            </a:endParaRPr>
          </a:p>
          <a:p>
            <a:pPr marL="1728000" lvl="3" indent="-216000" algn="l" defTabSz="914400">
              <a:lnSpc>
                <a:spcPct val="90000"/>
              </a:lnSpc>
              <a:spcBef>
                <a:spcPts val="567"/>
              </a:spcBef>
              <a:buClr>
                <a:srgbClr val="000000"/>
              </a:buClr>
              <a:buSzPct val="75000"/>
              <a:buFont typeface="Symbol" charset="2"/>
              <a:buChar char=""/>
            </a:pPr>
            <a:r>
              <a:rPr lang="en-US" sz="2000" b="0" u="none" strike="noStrike">
                <a:solidFill>
                  <a:srgbClr val="FFFFFF"/>
                </a:solidFill>
                <a:effectLst/>
                <a:uFillTx/>
                <a:latin typeface="Noto Sans"/>
              </a:rPr>
              <a:t>Fourth Outline Level</a:t>
            </a:r>
            <a:endParaRPr lang="en-US" sz="2000" b="0" u="none" strike="noStrike">
              <a:solidFill>
                <a:srgbClr val="FFFFFF"/>
              </a:solidFill>
              <a:effectLst/>
              <a:uFillTx/>
              <a:latin typeface="Noto Sans"/>
            </a:endParaRPr>
          </a:p>
          <a:p>
            <a:pPr marL="2160000" lvl="4" indent="-216000" algn="l" defTabSz="914400">
              <a:lnSpc>
                <a:spcPct val="90000"/>
              </a:lnSpc>
              <a:spcBef>
                <a:spcPts val="283"/>
              </a:spcBef>
              <a:buClr>
                <a:srgbClr val="000000"/>
              </a:buClr>
              <a:buSzPct val="45000"/>
              <a:buFont typeface="Wingdings" charset="2"/>
              <a:buChar char=""/>
            </a:pPr>
            <a:r>
              <a:rPr lang="en-US" sz="2000" b="0" u="none" strike="noStrike">
                <a:solidFill>
                  <a:srgbClr val="FFFFFF"/>
                </a:solidFill>
                <a:effectLst/>
                <a:uFillTx/>
                <a:latin typeface="Noto Sans"/>
              </a:rPr>
              <a:t>Fifth Outline Level</a:t>
            </a:r>
            <a:endParaRPr lang="en-US" sz="2000" b="0" u="none" strike="noStrike">
              <a:solidFill>
                <a:srgbClr val="FFFFFF"/>
              </a:solidFill>
              <a:effectLst/>
              <a:uFillTx/>
              <a:latin typeface="Noto San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rgbClr val="FFFFFF"/>
                </a:solidFill>
                <a:effectLst/>
                <a:uFillTx/>
                <a:latin typeface="Noto Sans"/>
              </a:rPr>
              <a:t>Sixth Outline Level</a:t>
            </a:r>
            <a:endParaRPr lang="en-US" sz="2000" b="0" u="none" strike="noStrike">
              <a:solidFill>
                <a:srgbClr val="FFFFFF"/>
              </a:solidFill>
              <a:effectLst/>
              <a:uFillTx/>
              <a:latin typeface="Noto San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rgbClr val="FFFFFF"/>
                </a:solidFill>
                <a:effectLst/>
                <a:uFillTx/>
                <a:latin typeface="Noto Sans"/>
              </a:rPr>
              <a:t>Seventh Outline Level</a:t>
            </a:r>
            <a:endParaRPr lang="en-US" sz="2000" b="0" u="none" strike="noStrike">
              <a:solidFill>
                <a:srgbClr val="FFFFFF"/>
              </a:solidFill>
              <a:effectLst/>
              <a:uFillTx/>
              <a:latin typeface="Noto Sans"/>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wo Bullets">
    <p:bg>
      <p:bgPr>
        <a:solidFill>
          <a:srgbClr val="FFFFFF"/>
        </a:solidFill>
      </p:bgPr>
    </p:bg>
    <p:spTree>
      <p:nvGrpSpPr>
        <p:cNvPr id="1" name=""/>
        <p:cNvGrpSpPr/>
        <p:nvPr/>
      </p:nvGrpSpPr>
      <p:grpSpPr>
        <a:xfrm>
          <a:off x="0" y="0"/>
          <a:ext cx="0" cy="0"/>
          <a:chOff x="0" y="0"/>
          <a:chExt cx="0" cy="0"/>
        </a:xfrm>
      </p:grpSpPr>
      <p:pic>
        <p:nvPicPr>
          <p:cNvPr id="21" name="Picture 16"/>
          <p:cNvPicPr/>
          <p:nvPr/>
        </p:nvPicPr>
        <p:blipFill>
          <a:blip r:embed="rId2"/>
          <a:stretch/>
        </p:blipFill>
        <p:spPr>
          <a:xfrm>
            <a:off x="0" y="0"/>
            <a:ext cx="2467440" cy="5669640"/>
          </a:xfrm>
          <a:prstGeom prst="rect">
            <a:avLst/>
          </a:prstGeom>
          <a:noFill/>
          <a:ln w="0">
            <a:noFill/>
          </a:ln>
        </p:spPr>
      </p:pic>
      <p:sp>
        <p:nvSpPr>
          <p:cNvPr id="22" name="PlaceHolder 1"/>
          <p:cNvSpPr>
            <a:spLocks noGrp="1"/>
          </p:cNvSpPr>
          <p:nvPr>
            <p:ph type="title"/>
          </p:nvPr>
        </p:nvSpPr>
        <p:spPr>
          <a:xfrm>
            <a:off x="720000" y="576000"/>
            <a:ext cx="8639640" cy="2519640"/>
          </a:xfrm>
          <a:prstGeom prst="rect">
            <a:avLst/>
          </a:prstGeom>
          <a:noFill/>
          <a:ln w="0">
            <a:noFill/>
          </a:ln>
        </p:spPr>
        <p:txBody>
          <a:bodyPr lIns="0" tIns="0" rIns="0" bIns="0" anchor="ctr">
            <a:normAutofit/>
          </a:bodyPr>
          <a:lstStyle>
            <a:lvl1pPr indent="0" algn="l" defTabSz="914400">
              <a:lnSpc>
                <a:spcPct val="90000"/>
              </a:lnSpc>
              <a:buNone/>
              <a:tabLst>
                <a:tab pos="0" algn="l"/>
              </a:tabLst>
              <a:defRPr lang="en-US" sz="4400" b="1" u="none" strike="noStrike">
                <a:solidFill>
                  <a:srgbClr val="0D84A1"/>
                </a:solidFill>
                <a:effectLst/>
                <a:uFillTx/>
                <a:latin typeface="Noto Sans"/>
              </a:defRPr>
            </a:lvl1pPr>
          </a:lstStyle>
          <a:p>
            <a:pPr indent="0" algn="l" defTabSz="914400">
              <a:lnSpc>
                <a:spcPct val="90000"/>
              </a:lnSpc>
              <a:buNone/>
              <a:tabLst>
                <a:tab pos="0" algn="l"/>
              </a:tabLst>
            </a:pPr>
            <a:r>
              <a:rPr lang="en-US" sz="4400" b="1" u="none" strike="noStrike">
                <a:solidFill>
                  <a:srgbClr val="0D84A1"/>
                </a:solidFill>
                <a:effectLst/>
                <a:uFillTx/>
                <a:latin typeface="Noto Sans"/>
              </a:rPr>
              <a:t>Click to edit the title text format</a:t>
            </a:r>
            <a:endParaRPr lang="en-US" sz="4400" b="1" u="none" strike="noStrike">
              <a:solidFill>
                <a:srgbClr val="0D84A1"/>
              </a:solidFill>
              <a:effectLst/>
              <a:uFillTx/>
              <a:latin typeface="Noto Sans"/>
            </a:endParaRPr>
          </a:p>
        </p:txBody>
      </p:sp>
      <p:sp>
        <p:nvSpPr>
          <p:cNvPr id="23" name="PlaceHolder 2"/>
          <p:cNvSpPr>
            <a:spLocks noGrp="1"/>
          </p:cNvSpPr>
          <p:nvPr>
            <p:ph type="body"/>
          </p:nvPr>
        </p:nvSpPr>
        <p:spPr>
          <a:xfrm>
            <a:off x="720000" y="3312000"/>
            <a:ext cx="6839640" cy="1979640"/>
          </a:xfrm>
          <a:prstGeom prst="rect">
            <a:avLst/>
          </a:prstGeom>
          <a:noFill/>
          <a:ln w="0">
            <a:noFill/>
          </a:ln>
        </p:spPr>
        <p:txBody>
          <a:bodyPr lIns="0" tIns="0" rIns="0" bIns="0" anchor="t">
            <a:normAutofit fontScale="62500" lnSpcReduction="19999"/>
          </a:bodyPr>
          <a:lstStyle>
            <a:lvl1pPr algn="l" defTabSz="914400">
              <a:lnSpc>
                <a:spcPct val="90000"/>
              </a:lnSpc>
              <a:spcBef>
                <a:spcPts val="1417"/>
              </a:spcBef>
              <a:buClr>
                <a:srgbClr val="666666"/>
              </a:buClr>
              <a:buSzPct val="45000"/>
              <a:buFont typeface="Wingdings" charset="2"/>
              <a:buChar char=""/>
              <a:defRPr lang="en-US" sz="3200" b="0" u="none" strike="noStrike">
                <a:solidFill>
                  <a:srgbClr val="666666"/>
                </a:solidFill>
                <a:effectLst/>
                <a:uFillTx/>
                <a:latin typeface="Noto Sans"/>
              </a:defRPr>
            </a:lvl1pPr>
            <a:lvl2pPr lvl="1" algn="l" defTabSz="914400">
              <a:lnSpc>
                <a:spcPct val="90000"/>
              </a:lnSpc>
              <a:spcBef>
                <a:spcPts val="1134"/>
              </a:spcBef>
              <a:buClr>
                <a:srgbClr val="000000"/>
              </a:buClr>
              <a:buSzPct val="75000"/>
              <a:buFont typeface="Symbol" charset="2"/>
              <a:buChar char=""/>
              <a:defRPr lang="en-US" sz="3200" b="0" u="none" strike="noStrike">
                <a:solidFill>
                  <a:srgbClr val="666666"/>
                </a:solidFill>
                <a:effectLst/>
                <a:uFillTx/>
                <a:latin typeface="Noto Sans"/>
              </a:defRPr>
            </a:lvl2pPr>
            <a:lvl3pPr lvl="2" algn="l" defTabSz="914400">
              <a:lnSpc>
                <a:spcPct val="90000"/>
              </a:lnSpc>
              <a:spcBef>
                <a:spcPts val="850"/>
              </a:spcBef>
              <a:buClr>
                <a:srgbClr val="000000"/>
              </a:buClr>
              <a:buSzPct val="45000"/>
              <a:buFont typeface="Wingdings" charset="2"/>
              <a:buChar char=""/>
              <a:defRPr lang="en-US" sz="3200" b="0" u="none" strike="noStrike">
                <a:solidFill>
                  <a:srgbClr val="666666"/>
                </a:solidFill>
                <a:effectLst/>
                <a:uFillTx/>
                <a:latin typeface="Noto Sans"/>
              </a:defRPr>
            </a:lvl3pPr>
            <a:lvl4pPr lvl="3" algn="l" defTabSz="914400">
              <a:lnSpc>
                <a:spcPct val="90000"/>
              </a:lnSpc>
              <a:spcBef>
                <a:spcPts val="567"/>
              </a:spcBef>
              <a:buClr>
                <a:srgbClr val="000000"/>
              </a:buClr>
              <a:buSzPct val="75000"/>
              <a:buFont typeface="Symbol" charset="2"/>
              <a:buChar char=""/>
              <a:defRPr lang="en-US" sz="3200" b="0" u="none" strike="noStrike">
                <a:solidFill>
                  <a:srgbClr val="666666"/>
                </a:solidFill>
                <a:effectLst/>
                <a:uFillTx/>
                <a:latin typeface="Noto Sans"/>
              </a:defRPr>
            </a:lvl4pPr>
            <a:lvl5pPr lvl="4"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5pPr>
            <a:lvl6pPr lvl="5"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6pPr>
            <a:lvl7pPr lvl="6"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7pPr>
          </a:lstStyle>
          <a:p>
            <a:pPr indent="-228600" algn="l" defTabSz="914400">
              <a:lnSpc>
                <a:spcPct val="90000"/>
              </a:lnSpc>
              <a:spcBef>
                <a:spcPts val="1417"/>
              </a:spcBef>
              <a:buClr>
                <a:srgbClr val="666666"/>
              </a:buClr>
              <a:buSzPct val="45000"/>
              <a:buFont typeface="Wingdings" charset="2"/>
              <a:buChar char=""/>
            </a:pPr>
            <a:r>
              <a:rPr lang="en-US" sz="3200" b="0" u="none" strike="noStrike">
                <a:solidFill>
                  <a:srgbClr val="666666"/>
                </a:solidFill>
                <a:effectLst/>
                <a:uFillTx/>
                <a:latin typeface="Noto Sans"/>
              </a:rPr>
              <a:t>Click to edit the outline text format</a:t>
            </a:r>
            <a:endParaRPr lang="en-US" sz="3200" b="0" u="none" strike="noStrike">
              <a:solidFill>
                <a:srgbClr val="666666"/>
              </a:solidFill>
              <a:effectLst/>
              <a:uFillTx/>
              <a:latin typeface="Noto Sans"/>
            </a:endParaRPr>
          </a:p>
          <a:p>
            <a:pPr marL="457200" lvl="1" indent="-324000" algn="l" defTabSz="914400">
              <a:lnSpc>
                <a:spcPct val="90000"/>
              </a:lnSpc>
              <a:spcBef>
                <a:spcPts val="1134"/>
              </a:spcBef>
              <a:buClr>
                <a:srgbClr val="000000"/>
              </a:buClr>
              <a:buSzPct val="75000"/>
              <a:buFont typeface="Symbol" charset="2"/>
              <a:buChar char=""/>
            </a:pPr>
            <a:r>
              <a:rPr lang="en-US" sz="3200" b="0" u="none" strike="noStrike">
                <a:solidFill>
                  <a:srgbClr val="666666"/>
                </a:solidFill>
                <a:effectLst/>
                <a:uFillTx/>
                <a:latin typeface="Noto Sans"/>
              </a:rPr>
              <a:t>Second Outline Level</a:t>
            </a:r>
            <a:endParaRPr lang="en-US" sz="3200" b="0" u="none" strike="noStrike">
              <a:solidFill>
                <a:srgbClr val="666666"/>
              </a:solidFill>
              <a:effectLst/>
              <a:uFillTx/>
              <a:latin typeface="Noto Sans"/>
            </a:endParaRPr>
          </a:p>
          <a:p>
            <a:pPr marL="914400" lvl="2" indent="-288000" algn="l" defTabSz="914400">
              <a:lnSpc>
                <a:spcPct val="90000"/>
              </a:lnSpc>
              <a:spcBef>
                <a:spcPts val="850"/>
              </a:spcBef>
              <a:buClr>
                <a:srgbClr val="000000"/>
              </a:buClr>
              <a:buSzPct val="45000"/>
              <a:buFont typeface="Wingdings" charset="2"/>
              <a:buChar char=""/>
            </a:pPr>
            <a:r>
              <a:rPr lang="en-US" sz="3200" b="0" u="none" strike="noStrike">
                <a:solidFill>
                  <a:srgbClr val="666666"/>
                </a:solidFill>
                <a:effectLst/>
                <a:uFillTx/>
                <a:latin typeface="Noto Sans"/>
              </a:rPr>
              <a:t>Third Outline Level</a:t>
            </a:r>
            <a:endParaRPr lang="en-US" sz="3200" b="0" u="none" strike="noStrike">
              <a:solidFill>
                <a:srgbClr val="666666"/>
              </a:solidFill>
              <a:effectLst/>
              <a:uFillTx/>
              <a:latin typeface="Noto Sans"/>
            </a:endParaRPr>
          </a:p>
          <a:p>
            <a:pPr marL="1371600" lvl="3" indent="-216000" algn="l" defTabSz="914400">
              <a:lnSpc>
                <a:spcPct val="90000"/>
              </a:lnSpc>
              <a:spcBef>
                <a:spcPts val="567"/>
              </a:spcBef>
              <a:buClr>
                <a:srgbClr val="000000"/>
              </a:buClr>
              <a:buSzPct val="75000"/>
              <a:buFont typeface="Symbol" charset="2"/>
              <a:buChar char=""/>
            </a:pPr>
            <a:r>
              <a:rPr lang="en-US" sz="3200" b="0" u="none" strike="noStrike">
                <a:solidFill>
                  <a:srgbClr val="666666"/>
                </a:solidFill>
                <a:effectLst/>
                <a:uFillTx/>
                <a:latin typeface="Noto Sans"/>
              </a:rPr>
              <a:t>Fourth Outline Level</a:t>
            </a:r>
            <a:endParaRPr lang="en-US" sz="3200" b="0" u="none" strike="noStrike">
              <a:solidFill>
                <a:srgbClr val="666666"/>
              </a:solidFill>
              <a:effectLst/>
              <a:uFillTx/>
              <a:latin typeface="Noto Sans"/>
            </a:endParaRPr>
          </a:p>
          <a:p>
            <a:pPr marL="1828800" lvl="4"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Fifth Outline Level</a:t>
            </a:r>
            <a:endParaRPr lang="en-US" sz="3200" b="0" u="none" strike="noStrike">
              <a:solidFill>
                <a:srgbClr val="666666"/>
              </a:solidFill>
              <a:effectLst/>
              <a:uFillTx/>
              <a:latin typeface="Noto Sans"/>
            </a:endParaRPr>
          </a:p>
          <a:p>
            <a:pPr marL="2286000" lvl="5"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Sixth Outline Level</a:t>
            </a:r>
            <a:endParaRPr lang="en-US" sz="3200" b="0" u="none" strike="noStrike">
              <a:solidFill>
                <a:srgbClr val="666666"/>
              </a:solidFill>
              <a:effectLst/>
              <a:uFillTx/>
              <a:latin typeface="Noto Sans"/>
            </a:endParaRPr>
          </a:p>
          <a:p>
            <a:pPr marL="2743200" lvl="6"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Seventh Outline Level</a:t>
            </a:r>
            <a:endParaRPr lang="en-US" sz="3200" b="0" u="none" strike="noStrike">
              <a:solidFill>
                <a:srgbClr val="666666"/>
              </a:solidFill>
              <a:effectLst/>
              <a:uFillTx/>
              <a:latin typeface="Noto Sans"/>
            </a:endParaRPr>
          </a:p>
        </p:txBody>
      </p:sp>
      <p:sp>
        <p:nvSpPr>
          <p:cNvPr id="24" name="PlaceHolder 3"/>
          <p:cNvSpPr>
            <a:spLocks noGrp="1"/>
          </p:cNvSpPr>
          <p:nvPr>
            <p:ph type="ftr" idx="7"/>
          </p:nvPr>
        </p:nvSpPr>
        <p:spPr>
          <a:xfrm>
            <a:off x="3420000" y="5328000"/>
            <a:ext cx="3239640" cy="242280"/>
          </a:xfrm>
          <a:prstGeom prst="rect">
            <a:avLst/>
          </a:prstGeom>
          <a:noFill/>
          <a:ln w="0">
            <a:noFill/>
          </a:ln>
        </p:spPr>
        <p:txBody>
          <a:bodyPr lIns="0" tIns="0" rIns="0" bIns="0" anchor="t">
            <a:noAutofit/>
          </a:bodyPr>
          <a:lstStyle>
            <a:lvl1pPr indent="0" algn="ctr" defTabSz="914400">
              <a:lnSpc>
                <a:spcPct val="100000"/>
              </a:lnSpc>
              <a:buNone/>
              <a:tabLst>
                <a:tab pos="0" algn="l"/>
              </a:tabLst>
              <a:defRPr lang="en-US" sz="1400" b="0" u="none" strike="noStrike">
                <a:solidFill>
                  <a:srgbClr val="000000"/>
                </a:solidFill>
                <a:effectLst/>
                <a:uFillTx/>
                <a:latin typeface="Noto Sans"/>
                <a:ea typeface="DejaVu Sans"/>
              </a:defRPr>
            </a:lvl1pPr>
          </a:lstStyle>
          <a:p>
            <a:pPr indent="0" algn="ctr" defTabSz="914400">
              <a:lnSpc>
                <a:spcPct val="100000"/>
              </a:lnSpc>
              <a:buNone/>
              <a:tabLst>
                <a:tab pos="0" algn="l"/>
              </a:tabLst>
            </a:pPr>
            <a:r>
              <a:rPr lang="en-US" sz="1400" b="0" u="none" strike="noStrike">
                <a:solidFill>
                  <a:srgbClr val="000000"/>
                </a:solidFill>
                <a:effectLst/>
                <a:uFillTx/>
                <a:latin typeface="Noto Sans"/>
                <a:ea typeface="DejaVu Sans"/>
              </a:rPr>
              <a:t>&lt;footer&gt;</a:t>
            </a:r>
            <a:endParaRPr lang="en-US" sz="1400" b="0" u="none" strike="noStrike">
              <a:solidFill>
                <a:srgbClr val="000000"/>
              </a:solidFill>
              <a:effectLst/>
              <a:uFillTx/>
              <a:latin typeface="Times New Roman"/>
            </a:endParaRPr>
          </a:p>
        </p:txBody>
      </p:sp>
      <p:sp>
        <p:nvSpPr>
          <p:cNvPr id="25" name="PlaceHolder 4"/>
          <p:cNvSpPr>
            <a:spLocks noGrp="1"/>
          </p:cNvSpPr>
          <p:nvPr>
            <p:ph type="sldNum" idx="8"/>
          </p:nvPr>
        </p:nvSpPr>
        <p:spPr>
          <a:xfrm>
            <a:off x="7228800" y="5328000"/>
            <a:ext cx="2346840" cy="242280"/>
          </a:xfrm>
          <a:prstGeom prst="rect">
            <a:avLst/>
          </a:prstGeom>
          <a:noFill/>
          <a:ln w="0">
            <a:noFill/>
          </a:ln>
        </p:spPr>
        <p:txBody>
          <a:bodyPr lIns="0" tIns="0" rIns="0" bIns="0" anchor="t">
            <a:noAutofit/>
          </a:bodyPr>
          <a:lstStyle>
            <a:lvl1pPr indent="0" algn="r" defTabSz="914400">
              <a:lnSpc>
                <a:spcPct val="100000"/>
              </a:lnSpc>
              <a:buNone/>
              <a:tabLst>
                <a:tab pos="0" algn="l"/>
              </a:tabLst>
              <a:defRPr lang="en-US" sz="1400" b="0" u="none" strike="noStrike">
                <a:solidFill>
                  <a:srgbClr val="000000"/>
                </a:solidFill>
                <a:effectLst/>
                <a:uFillTx/>
                <a:latin typeface="Noto Sans"/>
                <a:ea typeface="DejaVu Sans"/>
              </a:defRPr>
            </a:lvl1pPr>
          </a:lstStyle>
          <a:p>
            <a:pPr indent="0" algn="r" defTabSz="914400">
              <a:lnSpc>
                <a:spcPct val="100000"/>
              </a:lnSpc>
              <a:buNone/>
              <a:tabLst>
                <a:tab pos="0" algn="l"/>
              </a:tabLst>
            </a:pPr>
            <a:fld id="{DC919610-250D-4E57-8C89-2E6874AF158A}" type="slidenum">
              <a:rPr lang="en-US" sz="1400" b="0" u="none" strike="noStrike">
                <a:solidFill>
                  <a:srgbClr val="000000"/>
                </a:solidFill>
                <a:effectLst/>
                <a:uFillTx/>
                <a:latin typeface="Noto Sans"/>
                <a:ea typeface="DejaVu Sans"/>
              </a:rPr>
              <a:t>&lt;number&gt;</a:t>
            </a:fld>
            <a:endParaRPr lang="en-US" sz="1400" b="0" u="none" strike="noStrike">
              <a:solidFill>
                <a:srgbClr val="000000"/>
              </a:solidFill>
              <a:effectLst/>
              <a:uFillTx/>
              <a:latin typeface="Times New Roman"/>
            </a:endParaRPr>
          </a:p>
        </p:txBody>
      </p:sp>
      <p:sp>
        <p:nvSpPr>
          <p:cNvPr id="26" name="PlaceHolder 5"/>
          <p:cNvSpPr>
            <a:spLocks noGrp="1"/>
          </p:cNvSpPr>
          <p:nvPr>
            <p:ph type="dt" idx="9"/>
          </p:nvPr>
        </p:nvSpPr>
        <p:spPr>
          <a:xfrm>
            <a:off x="504000" y="5328000"/>
            <a:ext cx="2346840" cy="242280"/>
          </a:xfrm>
          <a:prstGeom prst="rect">
            <a:avLst/>
          </a:prstGeom>
          <a:noFill/>
          <a:ln w="0">
            <a:noFill/>
          </a:ln>
        </p:spPr>
        <p:txBody>
          <a:bodyPr lIns="0" tIns="0" rIns="0" bIns="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1">
    <p:bg>
      <p:bgPr>
        <a:solidFill>
          <a:srgbClr val="FFFFFF"/>
        </a:solidFill>
      </p:bgPr>
    </p:bg>
    <p:spTree>
      <p:nvGrpSpPr>
        <p:cNvPr id="1" name=""/>
        <p:cNvGrpSpPr/>
        <p:nvPr/>
      </p:nvGrpSpPr>
      <p:grpSpPr>
        <a:xfrm>
          <a:off x="0" y="0"/>
          <a:ext cx="0" cy="0"/>
          <a:chOff x="0" y="0"/>
          <a:chExt cx="0" cy="0"/>
        </a:xfrm>
      </p:grpSpPr>
      <p:pic>
        <p:nvPicPr>
          <p:cNvPr id="27" name="Picture 16"/>
          <p:cNvPicPr/>
          <p:nvPr/>
        </p:nvPicPr>
        <p:blipFill>
          <a:blip r:embed="rId2"/>
          <a:stretch/>
        </p:blipFill>
        <p:spPr>
          <a:xfrm>
            <a:off x="0" y="0"/>
            <a:ext cx="2467440" cy="5669640"/>
          </a:xfrm>
          <a:prstGeom prst="rect">
            <a:avLst/>
          </a:prstGeom>
          <a:noFill/>
          <a:ln w="0">
            <a:noFill/>
          </a:ln>
        </p:spPr>
      </p:pic>
      <p:sp>
        <p:nvSpPr>
          <p:cNvPr id="28" name="PlaceHolder 1"/>
          <p:cNvSpPr>
            <a:spLocks noGrp="1"/>
          </p:cNvSpPr>
          <p:nvPr>
            <p:ph type="title"/>
          </p:nvPr>
        </p:nvSpPr>
        <p:spPr>
          <a:xfrm>
            <a:off x="720000" y="576000"/>
            <a:ext cx="8639640" cy="2519640"/>
          </a:xfrm>
          <a:prstGeom prst="rect">
            <a:avLst/>
          </a:prstGeom>
          <a:noFill/>
          <a:ln w="0">
            <a:noFill/>
          </a:ln>
        </p:spPr>
        <p:txBody>
          <a:bodyPr lIns="0" tIns="0" rIns="0" bIns="0" anchor="ctr">
            <a:normAutofit/>
          </a:bodyPr>
          <a:lstStyle>
            <a:lvl1pPr indent="0" algn="l" defTabSz="914400">
              <a:lnSpc>
                <a:spcPct val="90000"/>
              </a:lnSpc>
              <a:buNone/>
              <a:tabLst>
                <a:tab pos="0" algn="l"/>
              </a:tabLst>
              <a:defRPr lang="en-US" sz="4400" b="1" u="none" strike="noStrike">
                <a:solidFill>
                  <a:srgbClr val="0D84A1"/>
                </a:solidFill>
                <a:effectLst/>
                <a:uFillTx/>
                <a:latin typeface="Noto Sans"/>
              </a:defRPr>
            </a:lvl1pPr>
          </a:lstStyle>
          <a:p>
            <a:pPr indent="0" algn="l" defTabSz="914400">
              <a:lnSpc>
                <a:spcPct val="90000"/>
              </a:lnSpc>
              <a:buNone/>
              <a:tabLst>
                <a:tab pos="0" algn="l"/>
              </a:tabLst>
            </a:pPr>
            <a:r>
              <a:rPr lang="en-US" sz="4400" b="1" u="none" strike="noStrike">
                <a:solidFill>
                  <a:srgbClr val="0D84A1"/>
                </a:solidFill>
                <a:effectLst/>
                <a:uFillTx/>
                <a:latin typeface="Noto Sans"/>
              </a:rPr>
              <a:t>Click to edit the title text format</a:t>
            </a:r>
            <a:endParaRPr lang="en-US" sz="4400" b="1" u="none" strike="noStrike">
              <a:solidFill>
                <a:srgbClr val="0D84A1"/>
              </a:solidFill>
              <a:effectLst/>
              <a:uFillTx/>
              <a:latin typeface="Noto Sans"/>
            </a:endParaRPr>
          </a:p>
        </p:txBody>
      </p:sp>
      <p:sp>
        <p:nvSpPr>
          <p:cNvPr id="29" name="PlaceHolder 2"/>
          <p:cNvSpPr>
            <a:spLocks noGrp="1"/>
          </p:cNvSpPr>
          <p:nvPr>
            <p:ph type="body"/>
          </p:nvPr>
        </p:nvSpPr>
        <p:spPr>
          <a:xfrm>
            <a:off x="720000" y="3312000"/>
            <a:ext cx="3337200" cy="1979640"/>
          </a:xfrm>
          <a:prstGeom prst="rect">
            <a:avLst/>
          </a:prstGeom>
          <a:noFill/>
          <a:ln w="0">
            <a:noFill/>
          </a:ln>
        </p:spPr>
        <p:txBody>
          <a:bodyPr lIns="0" tIns="0" rIns="0" bIns="0" anchor="t">
            <a:normAutofit fontScale="40000" lnSpcReduction="19999"/>
          </a:bodyPr>
          <a:lstStyle>
            <a:lvl1pPr algn="l" defTabSz="914400">
              <a:lnSpc>
                <a:spcPct val="90000"/>
              </a:lnSpc>
              <a:spcBef>
                <a:spcPts val="1417"/>
              </a:spcBef>
              <a:buClr>
                <a:srgbClr val="666666"/>
              </a:buClr>
              <a:buSzPct val="45000"/>
              <a:buFont typeface="Wingdings" charset="2"/>
              <a:buChar char=""/>
              <a:defRPr lang="en-US" sz="3200" b="0" u="none" strike="noStrike">
                <a:solidFill>
                  <a:srgbClr val="666666"/>
                </a:solidFill>
                <a:effectLst/>
                <a:uFillTx/>
                <a:latin typeface="Noto Sans"/>
              </a:defRPr>
            </a:lvl1pPr>
            <a:lvl2pPr lvl="1" algn="l" defTabSz="914400">
              <a:lnSpc>
                <a:spcPct val="90000"/>
              </a:lnSpc>
              <a:spcBef>
                <a:spcPts val="1134"/>
              </a:spcBef>
              <a:buClr>
                <a:srgbClr val="000000"/>
              </a:buClr>
              <a:buSzPct val="75000"/>
              <a:buFont typeface="Symbol" charset="2"/>
              <a:buChar char=""/>
              <a:defRPr lang="en-US" sz="3200" b="0" u="none" strike="noStrike">
                <a:solidFill>
                  <a:srgbClr val="666666"/>
                </a:solidFill>
                <a:effectLst/>
                <a:uFillTx/>
                <a:latin typeface="Noto Sans"/>
              </a:defRPr>
            </a:lvl2pPr>
            <a:lvl3pPr lvl="2" algn="l" defTabSz="914400">
              <a:lnSpc>
                <a:spcPct val="90000"/>
              </a:lnSpc>
              <a:spcBef>
                <a:spcPts val="850"/>
              </a:spcBef>
              <a:buClr>
                <a:srgbClr val="000000"/>
              </a:buClr>
              <a:buSzPct val="45000"/>
              <a:buFont typeface="Wingdings" charset="2"/>
              <a:buChar char=""/>
              <a:defRPr lang="en-US" sz="3200" b="0" u="none" strike="noStrike">
                <a:solidFill>
                  <a:srgbClr val="666666"/>
                </a:solidFill>
                <a:effectLst/>
                <a:uFillTx/>
                <a:latin typeface="Noto Sans"/>
              </a:defRPr>
            </a:lvl3pPr>
            <a:lvl4pPr lvl="3" algn="l" defTabSz="914400">
              <a:lnSpc>
                <a:spcPct val="90000"/>
              </a:lnSpc>
              <a:spcBef>
                <a:spcPts val="567"/>
              </a:spcBef>
              <a:buClr>
                <a:srgbClr val="000000"/>
              </a:buClr>
              <a:buSzPct val="75000"/>
              <a:buFont typeface="Symbol" charset="2"/>
              <a:buChar char=""/>
              <a:defRPr lang="en-US" sz="3200" b="0" u="none" strike="noStrike">
                <a:solidFill>
                  <a:srgbClr val="666666"/>
                </a:solidFill>
                <a:effectLst/>
                <a:uFillTx/>
                <a:latin typeface="Noto Sans"/>
              </a:defRPr>
            </a:lvl4pPr>
            <a:lvl5pPr lvl="4"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5pPr>
            <a:lvl6pPr lvl="5"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6pPr>
            <a:lvl7pPr lvl="6"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7pPr>
          </a:lstStyle>
          <a:p>
            <a:pPr indent="-228600" algn="l" defTabSz="914400">
              <a:lnSpc>
                <a:spcPct val="90000"/>
              </a:lnSpc>
              <a:spcBef>
                <a:spcPts val="1417"/>
              </a:spcBef>
              <a:buClr>
                <a:srgbClr val="666666"/>
              </a:buClr>
              <a:buSzPct val="45000"/>
              <a:buFont typeface="Wingdings" charset="2"/>
              <a:buChar char=""/>
            </a:pPr>
            <a:r>
              <a:rPr lang="en-US" sz="3200" b="0" u="none" strike="noStrike">
                <a:solidFill>
                  <a:srgbClr val="666666"/>
                </a:solidFill>
                <a:effectLst/>
                <a:uFillTx/>
                <a:latin typeface="Noto Sans"/>
              </a:rPr>
              <a:t>Click to edit the outline text format</a:t>
            </a:r>
            <a:endParaRPr lang="en-US" sz="3200" b="0" u="none" strike="noStrike">
              <a:solidFill>
                <a:srgbClr val="666666"/>
              </a:solidFill>
              <a:effectLst/>
              <a:uFillTx/>
              <a:latin typeface="Noto Sans"/>
            </a:endParaRPr>
          </a:p>
          <a:p>
            <a:pPr marL="457200" lvl="1" indent="-324000" algn="l" defTabSz="914400">
              <a:lnSpc>
                <a:spcPct val="90000"/>
              </a:lnSpc>
              <a:spcBef>
                <a:spcPts val="1134"/>
              </a:spcBef>
              <a:buClr>
                <a:srgbClr val="000000"/>
              </a:buClr>
              <a:buSzPct val="75000"/>
              <a:buFont typeface="Symbol" charset="2"/>
              <a:buChar char=""/>
            </a:pPr>
            <a:r>
              <a:rPr lang="en-US" sz="3200" b="0" u="none" strike="noStrike">
                <a:solidFill>
                  <a:srgbClr val="666666"/>
                </a:solidFill>
                <a:effectLst/>
                <a:uFillTx/>
                <a:latin typeface="Noto Sans"/>
              </a:rPr>
              <a:t>Second Outline Level</a:t>
            </a:r>
            <a:endParaRPr lang="en-US" sz="3200" b="0" u="none" strike="noStrike">
              <a:solidFill>
                <a:srgbClr val="666666"/>
              </a:solidFill>
              <a:effectLst/>
              <a:uFillTx/>
              <a:latin typeface="Noto Sans"/>
            </a:endParaRPr>
          </a:p>
          <a:p>
            <a:pPr marL="914400" lvl="2" indent="-288000" algn="l" defTabSz="914400">
              <a:lnSpc>
                <a:spcPct val="90000"/>
              </a:lnSpc>
              <a:spcBef>
                <a:spcPts val="850"/>
              </a:spcBef>
              <a:buClr>
                <a:srgbClr val="000000"/>
              </a:buClr>
              <a:buSzPct val="45000"/>
              <a:buFont typeface="Wingdings" charset="2"/>
              <a:buChar char=""/>
            </a:pPr>
            <a:r>
              <a:rPr lang="en-US" sz="3200" b="0" u="none" strike="noStrike">
                <a:solidFill>
                  <a:srgbClr val="666666"/>
                </a:solidFill>
                <a:effectLst/>
                <a:uFillTx/>
                <a:latin typeface="Noto Sans"/>
              </a:rPr>
              <a:t>Third Outline Level</a:t>
            </a:r>
            <a:endParaRPr lang="en-US" sz="3200" b="0" u="none" strike="noStrike">
              <a:solidFill>
                <a:srgbClr val="666666"/>
              </a:solidFill>
              <a:effectLst/>
              <a:uFillTx/>
              <a:latin typeface="Noto Sans"/>
            </a:endParaRPr>
          </a:p>
          <a:p>
            <a:pPr marL="1371600" lvl="3" indent="-216000" algn="l" defTabSz="914400">
              <a:lnSpc>
                <a:spcPct val="90000"/>
              </a:lnSpc>
              <a:spcBef>
                <a:spcPts val="567"/>
              </a:spcBef>
              <a:buClr>
                <a:srgbClr val="000000"/>
              </a:buClr>
              <a:buSzPct val="75000"/>
              <a:buFont typeface="Symbol" charset="2"/>
              <a:buChar char=""/>
            </a:pPr>
            <a:r>
              <a:rPr lang="en-US" sz="3200" b="0" u="none" strike="noStrike">
                <a:solidFill>
                  <a:srgbClr val="666666"/>
                </a:solidFill>
                <a:effectLst/>
                <a:uFillTx/>
                <a:latin typeface="Noto Sans"/>
              </a:rPr>
              <a:t>Fourth Outline Level</a:t>
            </a:r>
            <a:endParaRPr lang="en-US" sz="3200" b="0" u="none" strike="noStrike">
              <a:solidFill>
                <a:srgbClr val="666666"/>
              </a:solidFill>
              <a:effectLst/>
              <a:uFillTx/>
              <a:latin typeface="Noto Sans"/>
            </a:endParaRPr>
          </a:p>
          <a:p>
            <a:pPr marL="1828800" lvl="4"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Fifth Outline Level</a:t>
            </a:r>
            <a:endParaRPr lang="en-US" sz="3200" b="0" u="none" strike="noStrike">
              <a:solidFill>
                <a:srgbClr val="666666"/>
              </a:solidFill>
              <a:effectLst/>
              <a:uFillTx/>
              <a:latin typeface="Noto Sans"/>
            </a:endParaRPr>
          </a:p>
          <a:p>
            <a:pPr marL="2286000" lvl="5"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Sixth Outline Level</a:t>
            </a:r>
            <a:endParaRPr lang="en-US" sz="3200" b="0" u="none" strike="noStrike">
              <a:solidFill>
                <a:srgbClr val="666666"/>
              </a:solidFill>
              <a:effectLst/>
              <a:uFillTx/>
              <a:latin typeface="Noto Sans"/>
            </a:endParaRPr>
          </a:p>
          <a:p>
            <a:pPr marL="2743200" lvl="6"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Seventh Outline Level</a:t>
            </a:r>
            <a:endParaRPr lang="en-US" sz="3200" b="0" u="none" strike="noStrike">
              <a:solidFill>
                <a:srgbClr val="666666"/>
              </a:solidFill>
              <a:effectLst/>
              <a:uFillTx/>
              <a:latin typeface="Noto Sans"/>
            </a:endParaRPr>
          </a:p>
        </p:txBody>
      </p:sp>
      <p:sp>
        <p:nvSpPr>
          <p:cNvPr id="30" name="PlaceHolder 3"/>
          <p:cNvSpPr>
            <a:spLocks noGrp="1"/>
          </p:cNvSpPr>
          <p:nvPr>
            <p:ph type="body"/>
          </p:nvPr>
        </p:nvSpPr>
        <p:spPr>
          <a:xfrm>
            <a:off x="4224960" y="3312000"/>
            <a:ext cx="3337200" cy="1979640"/>
          </a:xfrm>
          <a:prstGeom prst="rect">
            <a:avLst/>
          </a:prstGeom>
          <a:noFill/>
          <a:ln w="0">
            <a:noFill/>
          </a:ln>
        </p:spPr>
        <p:txBody>
          <a:bodyPr lIns="0" tIns="0" rIns="0" bIns="0" anchor="t">
            <a:normAutofit fontScale="40000" lnSpcReduction="19999"/>
          </a:bodyPr>
          <a:lstStyle>
            <a:lvl1pPr algn="l" defTabSz="914400">
              <a:lnSpc>
                <a:spcPct val="90000"/>
              </a:lnSpc>
              <a:spcBef>
                <a:spcPts val="1417"/>
              </a:spcBef>
              <a:buClr>
                <a:srgbClr val="666666"/>
              </a:buClr>
              <a:buSzPct val="45000"/>
              <a:buFont typeface="Wingdings" charset="2"/>
              <a:buChar char=""/>
              <a:defRPr lang="en-US" sz="3200" b="0" u="none" strike="noStrike">
                <a:solidFill>
                  <a:srgbClr val="666666"/>
                </a:solidFill>
                <a:effectLst/>
                <a:uFillTx/>
                <a:latin typeface="Noto Sans"/>
              </a:defRPr>
            </a:lvl1pPr>
            <a:lvl2pPr lvl="1" algn="l" defTabSz="914400">
              <a:lnSpc>
                <a:spcPct val="90000"/>
              </a:lnSpc>
              <a:spcBef>
                <a:spcPts val="1134"/>
              </a:spcBef>
              <a:buClr>
                <a:srgbClr val="000000"/>
              </a:buClr>
              <a:buSzPct val="75000"/>
              <a:buFont typeface="Symbol" charset="2"/>
              <a:buChar char=""/>
              <a:defRPr lang="en-US" sz="3200" b="0" u="none" strike="noStrike">
                <a:solidFill>
                  <a:srgbClr val="666666"/>
                </a:solidFill>
                <a:effectLst/>
                <a:uFillTx/>
                <a:latin typeface="Noto Sans"/>
              </a:defRPr>
            </a:lvl2pPr>
            <a:lvl3pPr lvl="2" algn="l" defTabSz="914400">
              <a:lnSpc>
                <a:spcPct val="90000"/>
              </a:lnSpc>
              <a:spcBef>
                <a:spcPts val="850"/>
              </a:spcBef>
              <a:buClr>
                <a:srgbClr val="000000"/>
              </a:buClr>
              <a:buSzPct val="45000"/>
              <a:buFont typeface="Wingdings" charset="2"/>
              <a:buChar char=""/>
              <a:defRPr lang="en-US" sz="3200" b="0" u="none" strike="noStrike">
                <a:solidFill>
                  <a:srgbClr val="666666"/>
                </a:solidFill>
                <a:effectLst/>
                <a:uFillTx/>
                <a:latin typeface="Noto Sans"/>
              </a:defRPr>
            </a:lvl3pPr>
            <a:lvl4pPr lvl="3" algn="l" defTabSz="914400">
              <a:lnSpc>
                <a:spcPct val="90000"/>
              </a:lnSpc>
              <a:spcBef>
                <a:spcPts val="567"/>
              </a:spcBef>
              <a:buClr>
                <a:srgbClr val="000000"/>
              </a:buClr>
              <a:buSzPct val="75000"/>
              <a:buFont typeface="Symbol" charset="2"/>
              <a:buChar char=""/>
              <a:defRPr lang="en-US" sz="3200" b="0" u="none" strike="noStrike">
                <a:solidFill>
                  <a:srgbClr val="666666"/>
                </a:solidFill>
                <a:effectLst/>
                <a:uFillTx/>
                <a:latin typeface="Noto Sans"/>
              </a:defRPr>
            </a:lvl4pPr>
            <a:lvl5pPr lvl="4"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5pPr>
            <a:lvl6pPr lvl="5"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6pPr>
            <a:lvl7pPr lvl="6"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7pPr>
          </a:lstStyle>
          <a:p>
            <a:pPr indent="-228600" algn="l" defTabSz="914400">
              <a:lnSpc>
                <a:spcPct val="90000"/>
              </a:lnSpc>
              <a:spcBef>
                <a:spcPts val="1417"/>
              </a:spcBef>
              <a:buClr>
                <a:srgbClr val="666666"/>
              </a:buClr>
              <a:buSzPct val="45000"/>
              <a:buFont typeface="Wingdings" charset="2"/>
              <a:buChar char=""/>
            </a:pPr>
            <a:r>
              <a:rPr lang="en-US" sz="3200" b="0" u="none" strike="noStrike">
                <a:solidFill>
                  <a:srgbClr val="666666"/>
                </a:solidFill>
                <a:effectLst/>
                <a:uFillTx/>
                <a:latin typeface="Noto Sans"/>
              </a:rPr>
              <a:t>Click to edit the outline text format</a:t>
            </a:r>
            <a:endParaRPr lang="en-US" sz="3200" b="0" u="none" strike="noStrike">
              <a:solidFill>
                <a:srgbClr val="666666"/>
              </a:solidFill>
              <a:effectLst/>
              <a:uFillTx/>
              <a:latin typeface="Noto Sans"/>
            </a:endParaRPr>
          </a:p>
          <a:p>
            <a:pPr marL="457200" lvl="1" indent="-324000" algn="l" defTabSz="914400">
              <a:lnSpc>
                <a:spcPct val="90000"/>
              </a:lnSpc>
              <a:spcBef>
                <a:spcPts val="1134"/>
              </a:spcBef>
              <a:buClr>
                <a:srgbClr val="000000"/>
              </a:buClr>
              <a:buSzPct val="75000"/>
              <a:buFont typeface="Symbol" charset="2"/>
              <a:buChar char=""/>
            </a:pPr>
            <a:r>
              <a:rPr lang="en-US" sz="3200" b="0" u="none" strike="noStrike">
                <a:solidFill>
                  <a:srgbClr val="666666"/>
                </a:solidFill>
                <a:effectLst/>
                <a:uFillTx/>
                <a:latin typeface="Noto Sans"/>
              </a:rPr>
              <a:t>Second Outline Level</a:t>
            </a:r>
            <a:endParaRPr lang="en-US" sz="3200" b="0" u="none" strike="noStrike">
              <a:solidFill>
                <a:srgbClr val="666666"/>
              </a:solidFill>
              <a:effectLst/>
              <a:uFillTx/>
              <a:latin typeface="Noto Sans"/>
            </a:endParaRPr>
          </a:p>
          <a:p>
            <a:pPr marL="914400" lvl="2" indent="-288000" algn="l" defTabSz="914400">
              <a:lnSpc>
                <a:spcPct val="90000"/>
              </a:lnSpc>
              <a:spcBef>
                <a:spcPts val="850"/>
              </a:spcBef>
              <a:buClr>
                <a:srgbClr val="000000"/>
              </a:buClr>
              <a:buSzPct val="45000"/>
              <a:buFont typeface="Wingdings" charset="2"/>
              <a:buChar char=""/>
            </a:pPr>
            <a:r>
              <a:rPr lang="en-US" sz="3200" b="0" u="none" strike="noStrike">
                <a:solidFill>
                  <a:srgbClr val="666666"/>
                </a:solidFill>
                <a:effectLst/>
                <a:uFillTx/>
                <a:latin typeface="Noto Sans"/>
              </a:rPr>
              <a:t>Third Outline Level</a:t>
            </a:r>
            <a:endParaRPr lang="en-US" sz="3200" b="0" u="none" strike="noStrike">
              <a:solidFill>
                <a:srgbClr val="666666"/>
              </a:solidFill>
              <a:effectLst/>
              <a:uFillTx/>
              <a:latin typeface="Noto Sans"/>
            </a:endParaRPr>
          </a:p>
          <a:p>
            <a:pPr marL="1371600" lvl="3" indent="-216000" algn="l" defTabSz="914400">
              <a:lnSpc>
                <a:spcPct val="90000"/>
              </a:lnSpc>
              <a:spcBef>
                <a:spcPts val="567"/>
              </a:spcBef>
              <a:buClr>
                <a:srgbClr val="000000"/>
              </a:buClr>
              <a:buSzPct val="75000"/>
              <a:buFont typeface="Symbol" charset="2"/>
              <a:buChar char=""/>
            </a:pPr>
            <a:r>
              <a:rPr lang="en-US" sz="3200" b="0" u="none" strike="noStrike">
                <a:solidFill>
                  <a:srgbClr val="666666"/>
                </a:solidFill>
                <a:effectLst/>
                <a:uFillTx/>
                <a:latin typeface="Noto Sans"/>
              </a:rPr>
              <a:t>Fourth Outline Level</a:t>
            </a:r>
            <a:endParaRPr lang="en-US" sz="3200" b="0" u="none" strike="noStrike">
              <a:solidFill>
                <a:srgbClr val="666666"/>
              </a:solidFill>
              <a:effectLst/>
              <a:uFillTx/>
              <a:latin typeface="Noto Sans"/>
            </a:endParaRPr>
          </a:p>
          <a:p>
            <a:pPr marL="1828800" lvl="4"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Fifth Outline Level</a:t>
            </a:r>
            <a:endParaRPr lang="en-US" sz="3200" b="0" u="none" strike="noStrike">
              <a:solidFill>
                <a:srgbClr val="666666"/>
              </a:solidFill>
              <a:effectLst/>
              <a:uFillTx/>
              <a:latin typeface="Noto Sans"/>
            </a:endParaRPr>
          </a:p>
          <a:p>
            <a:pPr marL="2286000" lvl="5"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Sixth Outline Level</a:t>
            </a:r>
            <a:endParaRPr lang="en-US" sz="3200" b="0" u="none" strike="noStrike">
              <a:solidFill>
                <a:srgbClr val="666666"/>
              </a:solidFill>
              <a:effectLst/>
              <a:uFillTx/>
              <a:latin typeface="Noto Sans"/>
            </a:endParaRPr>
          </a:p>
          <a:p>
            <a:pPr marL="2743200" lvl="6"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Seventh Outline Level</a:t>
            </a:r>
            <a:endParaRPr lang="en-US" sz="3200" b="0" u="none" strike="noStrike">
              <a:solidFill>
                <a:srgbClr val="666666"/>
              </a:solidFill>
              <a:effectLst/>
              <a:uFillTx/>
              <a:latin typeface="Noto Sans"/>
            </a:endParaRPr>
          </a:p>
        </p:txBody>
      </p:sp>
      <p:sp>
        <p:nvSpPr>
          <p:cNvPr id="31" name="PlaceHolder 4"/>
          <p:cNvSpPr>
            <a:spLocks noGrp="1"/>
          </p:cNvSpPr>
          <p:nvPr>
            <p:ph type="ftr" idx="10"/>
          </p:nvPr>
        </p:nvSpPr>
        <p:spPr>
          <a:xfrm>
            <a:off x="3420000" y="5328000"/>
            <a:ext cx="3239640" cy="242280"/>
          </a:xfrm>
          <a:prstGeom prst="rect">
            <a:avLst/>
          </a:prstGeom>
          <a:noFill/>
          <a:ln w="0">
            <a:noFill/>
          </a:ln>
        </p:spPr>
        <p:txBody>
          <a:bodyPr lIns="0" tIns="0" rIns="0" bIns="0" anchor="t">
            <a:noAutofit/>
          </a:bodyPr>
          <a:lstStyle>
            <a:lvl1pPr indent="0" algn="ctr" defTabSz="914400">
              <a:lnSpc>
                <a:spcPct val="100000"/>
              </a:lnSpc>
              <a:buNone/>
              <a:tabLst>
                <a:tab pos="0" algn="l"/>
              </a:tabLst>
              <a:defRPr lang="en-US" sz="1400" b="0" u="none" strike="noStrike">
                <a:solidFill>
                  <a:srgbClr val="000000"/>
                </a:solidFill>
                <a:effectLst/>
                <a:uFillTx/>
                <a:latin typeface="Noto Sans"/>
                <a:ea typeface="DejaVu Sans"/>
              </a:defRPr>
            </a:lvl1pPr>
          </a:lstStyle>
          <a:p>
            <a:pPr indent="0" algn="ctr" defTabSz="914400">
              <a:lnSpc>
                <a:spcPct val="100000"/>
              </a:lnSpc>
              <a:buNone/>
              <a:tabLst>
                <a:tab pos="0" algn="l"/>
              </a:tabLst>
            </a:pPr>
            <a:r>
              <a:rPr lang="en-US" sz="1400" b="0" u="none" strike="noStrike">
                <a:solidFill>
                  <a:srgbClr val="000000"/>
                </a:solidFill>
                <a:effectLst/>
                <a:uFillTx/>
                <a:latin typeface="Noto Sans"/>
                <a:ea typeface="DejaVu Sans"/>
              </a:rPr>
              <a:t>&lt;footer&gt;</a:t>
            </a:r>
            <a:endParaRPr lang="en-US" sz="1400" b="0" u="none" strike="noStrike">
              <a:solidFill>
                <a:srgbClr val="000000"/>
              </a:solidFill>
              <a:effectLst/>
              <a:uFillTx/>
              <a:latin typeface="Times New Roman"/>
            </a:endParaRPr>
          </a:p>
        </p:txBody>
      </p:sp>
      <p:sp>
        <p:nvSpPr>
          <p:cNvPr id="32" name="PlaceHolder 5"/>
          <p:cNvSpPr>
            <a:spLocks noGrp="1"/>
          </p:cNvSpPr>
          <p:nvPr>
            <p:ph type="sldNum" idx="11"/>
          </p:nvPr>
        </p:nvSpPr>
        <p:spPr>
          <a:xfrm>
            <a:off x="7228800" y="5328000"/>
            <a:ext cx="2346840" cy="242280"/>
          </a:xfrm>
          <a:prstGeom prst="rect">
            <a:avLst/>
          </a:prstGeom>
          <a:noFill/>
          <a:ln w="0">
            <a:noFill/>
          </a:ln>
        </p:spPr>
        <p:txBody>
          <a:bodyPr lIns="0" tIns="0" rIns="0" bIns="0" anchor="t">
            <a:noAutofit/>
          </a:bodyPr>
          <a:lstStyle>
            <a:lvl1pPr indent="0" algn="r" defTabSz="914400">
              <a:lnSpc>
                <a:spcPct val="100000"/>
              </a:lnSpc>
              <a:buNone/>
              <a:tabLst>
                <a:tab pos="0" algn="l"/>
              </a:tabLst>
              <a:defRPr lang="en-US" sz="1400" b="0" u="none" strike="noStrike">
                <a:solidFill>
                  <a:srgbClr val="000000"/>
                </a:solidFill>
                <a:effectLst/>
                <a:uFillTx/>
                <a:latin typeface="Noto Sans"/>
                <a:ea typeface="DejaVu Sans"/>
              </a:defRPr>
            </a:lvl1pPr>
          </a:lstStyle>
          <a:p>
            <a:pPr indent="0" algn="r" defTabSz="914400">
              <a:lnSpc>
                <a:spcPct val="100000"/>
              </a:lnSpc>
              <a:buNone/>
              <a:tabLst>
                <a:tab pos="0" algn="l"/>
              </a:tabLst>
            </a:pPr>
            <a:fld id="{6000707D-AC14-4631-B5F8-37CF6986EA12}" type="slidenum">
              <a:rPr lang="en-US" sz="1400" b="0" u="none" strike="noStrike">
                <a:solidFill>
                  <a:srgbClr val="000000"/>
                </a:solidFill>
                <a:effectLst/>
                <a:uFillTx/>
                <a:latin typeface="Noto Sans"/>
                <a:ea typeface="DejaVu Sans"/>
              </a:rPr>
              <a:t>&lt;number&gt;</a:t>
            </a:fld>
            <a:endParaRPr lang="en-US" sz="1400" b="0" u="none" strike="noStrike">
              <a:solidFill>
                <a:srgbClr val="000000"/>
              </a:solidFill>
              <a:effectLst/>
              <a:uFillTx/>
              <a:latin typeface="Times New Roman"/>
            </a:endParaRPr>
          </a:p>
        </p:txBody>
      </p:sp>
      <p:sp>
        <p:nvSpPr>
          <p:cNvPr id="33" name="PlaceHolder 6"/>
          <p:cNvSpPr>
            <a:spLocks noGrp="1"/>
          </p:cNvSpPr>
          <p:nvPr>
            <p:ph type="dt" idx="12"/>
          </p:nvPr>
        </p:nvSpPr>
        <p:spPr>
          <a:xfrm>
            <a:off x="504000" y="5328000"/>
            <a:ext cx="2346840" cy="242280"/>
          </a:xfrm>
          <a:prstGeom prst="rect">
            <a:avLst/>
          </a:prstGeom>
          <a:noFill/>
          <a:ln w="0">
            <a:noFill/>
          </a:ln>
        </p:spPr>
        <p:txBody>
          <a:bodyPr lIns="0" tIns="0" rIns="0" bIns="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hree Bullets">
    <p:bg>
      <p:bgPr>
        <a:solidFill>
          <a:srgbClr val="FFFFFF"/>
        </a:solidFill>
      </p:bgPr>
    </p:bg>
    <p:spTree>
      <p:nvGrpSpPr>
        <p:cNvPr id="1" name=""/>
        <p:cNvGrpSpPr/>
        <p:nvPr/>
      </p:nvGrpSpPr>
      <p:grpSpPr>
        <a:xfrm>
          <a:off x="0" y="0"/>
          <a:ext cx="0" cy="0"/>
          <a:chOff x="0" y="0"/>
          <a:chExt cx="0" cy="0"/>
        </a:xfrm>
      </p:grpSpPr>
      <p:pic>
        <p:nvPicPr>
          <p:cNvPr id="34" name="Picture 27"/>
          <p:cNvPicPr/>
          <p:nvPr/>
        </p:nvPicPr>
        <p:blipFill>
          <a:blip r:embed="rId2"/>
          <a:stretch/>
        </p:blipFill>
        <p:spPr>
          <a:xfrm flipH="1" rot="16200000">
            <a:off x="3805920" y="-3805920"/>
            <a:ext cx="2467800" cy="10079640"/>
          </a:xfrm>
          <a:prstGeom prst="rect">
            <a:avLst/>
          </a:prstGeom>
          <a:noFill/>
          <a:ln w="0">
            <a:noFill/>
          </a:ln>
        </p:spPr>
      </p:pic>
      <p:sp>
        <p:nvSpPr>
          <p:cNvPr id="35" name="PlaceHolder 1"/>
          <p:cNvSpPr>
            <a:spLocks noGrp="1"/>
          </p:cNvSpPr>
          <p:nvPr>
            <p:ph type="title"/>
          </p:nvPr>
        </p:nvSpPr>
        <p:spPr>
          <a:xfrm>
            <a:off x="720000" y="576000"/>
            <a:ext cx="8639640" cy="2519640"/>
          </a:xfrm>
          <a:prstGeom prst="rect">
            <a:avLst/>
          </a:prstGeom>
          <a:noFill/>
          <a:ln w="0">
            <a:noFill/>
          </a:ln>
        </p:spPr>
        <p:txBody>
          <a:bodyPr lIns="0" tIns="0" rIns="0" bIns="0" anchor="ctr">
            <a:normAutofit/>
          </a:bodyPr>
          <a:lstStyle>
            <a:lvl1pPr indent="0" algn="l" defTabSz="914400">
              <a:lnSpc>
                <a:spcPct val="90000"/>
              </a:lnSpc>
              <a:buNone/>
              <a:tabLst>
                <a:tab pos="0" algn="l"/>
              </a:tabLst>
              <a:defRPr lang="en-US" sz="7200" b="1" u="none" strike="noStrike">
                <a:solidFill>
                  <a:srgbClr val="FFFFFF"/>
                </a:solidFill>
                <a:effectLst/>
                <a:uFillTx/>
                <a:latin typeface="Noto Sans"/>
              </a:defRPr>
            </a:lvl1pPr>
          </a:lstStyle>
          <a:p>
            <a:pPr indent="0" algn="l" defTabSz="914400">
              <a:lnSpc>
                <a:spcPct val="90000"/>
              </a:lnSpc>
              <a:buNone/>
              <a:tabLst>
                <a:tab pos="0" algn="l"/>
              </a:tabLst>
            </a:pPr>
            <a:r>
              <a:rPr lang="en-US" sz="7200" b="1" u="none" strike="noStrike">
                <a:solidFill>
                  <a:srgbClr val="FFFFFF"/>
                </a:solidFill>
                <a:effectLst/>
                <a:uFillTx/>
                <a:latin typeface="Noto Sans"/>
              </a:rPr>
              <a:t>Click to edit the title text format</a:t>
            </a:r>
            <a:endParaRPr lang="en-US" sz="7200" b="1" u="none" strike="noStrike">
              <a:solidFill>
                <a:srgbClr val="FFFFFF"/>
              </a:solidFill>
              <a:effectLst/>
              <a:uFillTx/>
              <a:latin typeface="Noto Sans"/>
            </a:endParaRPr>
          </a:p>
        </p:txBody>
      </p:sp>
      <p:sp>
        <p:nvSpPr>
          <p:cNvPr id="36" name="PlaceHolder 2"/>
          <p:cNvSpPr>
            <a:spLocks noGrp="1"/>
          </p:cNvSpPr>
          <p:nvPr>
            <p:ph type="body"/>
          </p:nvPr>
        </p:nvSpPr>
        <p:spPr>
          <a:xfrm>
            <a:off x="720000" y="3312000"/>
            <a:ext cx="6839640" cy="1979640"/>
          </a:xfrm>
          <a:prstGeom prst="rect">
            <a:avLst/>
          </a:prstGeom>
          <a:noFill/>
          <a:ln w="0">
            <a:noFill/>
          </a:ln>
        </p:spPr>
        <p:txBody>
          <a:bodyPr lIns="0" tIns="0" rIns="0" bIns="0" anchor="t">
            <a:normAutofit fontScale="62500" lnSpcReduction="19999"/>
          </a:bodyPr>
          <a:lstStyle>
            <a:lvl1pPr algn="l" defTabSz="914400">
              <a:lnSpc>
                <a:spcPct val="90000"/>
              </a:lnSpc>
              <a:spcBef>
                <a:spcPts val="1417"/>
              </a:spcBef>
              <a:buClr>
                <a:srgbClr val="666666"/>
              </a:buClr>
              <a:buSzPct val="45000"/>
              <a:buFont typeface="Wingdings" charset="2"/>
              <a:buChar char=""/>
              <a:defRPr lang="en-US" sz="3200" b="0" u="none" strike="noStrike">
                <a:solidFill>
                  <a:srgbClr val="666666"/>
                </a:solidFill>
                <a:effectLst/>
                <a:uFillTx/>
                <a:latin typeface="Noto Sans"/>
              </a:defRPr>
            </a:lvl1pPr>
            <a:lvl2pPr lvl="1" algn="l" defTabSz="914400">
              <a:lnSpc>
                <a:spcPct val="90000"/>
              </a:lnSpc>
              <a:spcBef>
                <a:spcPts val="1134"/>
              </a:spcBef>
              <a:buClr>
                <a:srgbClr val="000000"/>
              </a:buClr>
              <a:buSzPct val="75000"/>
              <a:buFont typeface="Symbol" charset="2"/>
              <a:buChar char=""/>
              <a:defRPr lang="en-US" sz="3200" b="0" u="none" strike="noStrike">
                <a:solidFill>
                  <a:srgbClr val="666666"/>
                </a:solidFill>
                <a:effectLst/>
                <a:uFillTx/>
                <a:latin typeface="Noto Sans"/>
              </a:defRPr>
            </a:lvl2pPr>
            <a:lvl3pPr lvl="2" algn="l" defTabSz="914400">
              <a:lnSpc>
                <a:spcPct val="90000"/>
              </a:lnSpc>
              <a:spcBef>
                <a:spcPts val="850"/>
              </a:spcBef>
              <a:buClr>
                <a:srgbClr val="000000"/>
              </a:buClr>
              <a:buSzPct val="45000"/>
              <a:buFont typeface="Wingdings" charset="2"/>
              <a:buChar char=""/>
              <a:defRPr lang="en-US" sz="3200" b="0" u="none" strike="noStrike">
                <a:solidFill>
                  <a:srgbClr val="666666"/>
                </a:solidFill>
                <a:effectLst/>
                <a:uFillTx/>
                <a:latin typeface="Noto Sans"/>
              </a:defRPr>
            </a:lvl3pPr>
            <a:lvl4pPr lvl="3" algn="l" defTabSz="914400">
              <a:lnSpc>
                <a:spcPct val="90000"/>
              </a:lnSpc>
              <a:spcBef>
                <a:spcPts val="567"/>
              </a:spcBef>
              <a:buClr>
                <a:srgbClr val="000000"/>
              </a:buClr>
              <a:buSzPct val="75000"/>
              <a:buFont typeface="Symbol" charset="2"/>
              <a:buChar char=""/>
              <a:defRPr lang="en-US" sz="3200" b="0" u="none" strike="noStrike">
                <a:solidFill>
                  <a:srgbClr val="666666"/>
                </a:solidFill>
                <a:effectLst/>
                <a:uFillTx/>
                <a:latin typeface="Noto Sans"/>
              </a:defRPr>
            </a:lvl4pPr>
            <a:lvl5pPr lvl="4"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5pPr>
            <a:lvl6pPr lvl="5"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6pPr>
            <a:lvl7pPr lvl="6"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7pPr>
          </a:lstStyle>
          <a:p>
            <a:pPr indent="-228600" algn="l" defTabSz="914400">
              <a:lnSpc>
                <a:spcPct val="90000"/>
              </a:lnSpc>
              <a:spcBef>
                <a:spcPts val="1417"/>
              </a:spcBef>
              <a:buClr>
                <a:srgbClr val="666666"/>
              </a:buClr>
              <a:buSzPct val="45000"/>
              <a:buFont typeface="Wingdings" charset="2"/>
              <a:buChar char=""/>
            </a:pPr>
            <a:r>
              <a:rPr lang="en-US" sz="3200" b="0" u="none" strike="noStrike">
                <a:solidFill>
                  <a:srgbClr val="666666"/>
                </a:solidFill>
                <a:effectLst/>
                <a:uFillTx/>
                <a:latin typeface="Noto Sans"/>
              </a:rPr>
              <a:t>Click to edit the outline text format</a:t>
            </a:r>
            <a:endParaRPr lang="en-US" sz="3200" b="0" u="none" strike="noStrike">
              <a:solidFill>
                <a:srgbClr val="666666"/>
              </a:solidFill>
              <a:effectLst/>
              <a:uFillTx/>
              <a:latin typeface="Noto Sans"/>
            </a:endParaRPr>
          </a:p>
          <a:p>
            <a:pPr marL="457200" lvl="1" indent="-324000" algn="l" defTabSz="914400">
              <a:lnSpc>
                <a:spcPct val="90000"/>
              </a:lnSpc>
              <a:spcBef>
                <a:spcPts val="1134"/>
              </a:spcBef>
              <a:buClr>
                <a:srgbClr val="000000"/>
              </a:buClr>
              <a:buSzPct val="75000"/>
              <a:buFont typeface="Symbol" charset="2"/>
              <a:buChar char=""/>
            </a:pPr>
            <a:r>
              <a:rPr lang="en-US" sz="3200" b="0" u="none" strike="noStrike">
                <a:solidFill>
                  <a:srgbClr val="666666"/>
                </a:solidFill>
                <a:effectLst/>
                <a:uFillTx/>
                <a:latin typeface="Noto Sans"/>
              </a:rPr>
              <a:t>Second Outline Level</a:t>
            </a:r>
            <a:endParaRPr lang="en-US" sz="3200" b="0" u="none" strike="noStrike">
              <a:solidFill>
                <a:srgbClr val="666666"/>
              </a:solidFill>
              <a:effectLst/>
              <a:uFillTx/>
              <a:latin typeface="Noto Sans"/>
            </a:endParaRPr>
          </a:p>
          <a:p>
            <a:pPr marL="914400" lvl="2" indent="-288000" algn="l" defTabSz="914400">
              <a:lnSpc>
                <a:spcPct val="90000"/>
              </a:lnSpc>
              <a:spcBef>
                <a:spcPts val="850"/>
              </a:spcBef>
              <a:buClr>
                <a:srgbClr val="000000"/>
              </a:buClr>
              <a:buSzPct val="45000"/>
              <a:buFont typeface="Wingdings" charset="2"/>
              <a:buChar char=""/>
            </a:pPr>
            <a:r>
              <a:rPr lang="en-US" sz="3200" b="0" u="none" strike="noStrike">
                <a:solidFill>
                  <a:srgbClr val="666666"/>
                </a:solidFill>
                <a:effectLst/>
                <a:uFillTx/>
                <a:latin typeface="Noto Sans"/>
              </a:rPr>
              <a:t>Third Outline Level</a:t>
            </a:r>
            <a:endParaRPr lang="en-US" sz="3200" b="0" u="none" strike="noStrike">
              <a:solidFill>
                <a:srgbClr val="666666"/>
              </a:solidFill>
              <a:effectLst/>
              <a:uFillTx/>
              <a:latin typeface="Noto Sans"/>
            </a:endParaRPr>
          </a:p>
          <a:p>
            <a:pPr marL="1371600" lvl="3" indent="-216000" algn="l" defTabSz="914400">
              <a:lnSpc>
                <a:spcPct val="90000"/>
              </a:lnSpc>
              <a:spcBef>
                <a:spcPts val="567"/>
              </a:spcBef>
              <a:buClr>
                <a:srgbClr val="000000"/>
              </a:buClr>
              <a:buSzPct val="75000"/>
              <a:buFont typeface="Symbol" charset="2"/>
              <a:buChar char=""/>
            </a:pPr>
            <a:r>
              <a:rPr lang="en-US" sz="3200" b="0" u="none" strike="noStrike">
                <a:solidFill>
                  <a:srgbClr val="666666"/>
                </a:solidFill>
                <a:effectLst/>
                <a:uFillTx/>
                <a:latin typeface="Noto Sans"/>
              </a:rPr>
              <a:t>Fourth Outline Level</a:t>
            </a:r>
            <a:endParaRPr lang="en-US" sz="3200" b="0" u="none" strike="noStrike">
              <a:solidFill>
                <a:srgbClr val="666666"/>
              </a:solidFill>
              <a:effectLst/>
              <a:uFillTx/>
              <a:latin typeface="Noto Sans"/>
            </a:endParaRPr>
          </a:p>
          <a:p>
            <a:pPr marL="1828800" lvl="4"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Fifth Outline Level</a:t>
            </a:r>
            <a:endParaRPr lang="en-US" sz="3200" b="0" u="none" strike="noStrike">
              <a:solidFill>
                <a:srgbClr val="666666"/>
              </a:solidFill>
              <a:effectLst/>
              <a:uFillTx/>
              <a:latin typeface="Noto Sans"/>
            </a:endParaRPr>
          </a:p>
          <a:p>
            <a:pPr marL="2286000" lvl="5"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Sixth Outline Level</a:t>
            </a:r>
            <a:endParaRPr lang="en-US" sz="3200" b="0" u="none" strike="noStrike">
              <a:solidFill>
                <a:srgbClr val="666666"/>
              </a:solidFill>
              <a:effectLst/>
              <a:uFillTx/>
              <a:latin typeface="Noto Sans"/>
            </a:endParaRPr>
          </a:p>
          <a:p>
            <a:pPr marL="2743200" lvl="6"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Seventh Outline Level</a:t>
            </a:r>
            <a:endParaRPr lang="en-US" sz="3200" b="0" u="none" strike="noStrike">
              <a:solidFill>
                <a:srgbClr val="666666"/>
              </a:solidFill>
              <a:effectLst/>
              <a:uFillTx/>
              <a:latin typeface="Noto Sans"/>
            </a:endParaRPr>
          </a:p>
        </p:txBody>
      </p:sp>
      <p:sp>
        <p:nvSpPr>
          <p:cNvPr id="37" name="PlaceHolder 3"/>
          <p:cNvSpPr>
            <a:spLocks noGrp="1"/>
          </p:cNvSpPr>
          <p:nvPr>
            <p:ph type="ftr" idx="13"/>
          </p:nvPr>
        </p:nvSpPr>
        <p:spPr>
          <a:xfrm>
            <a:off x="3420000" y="5328000"/>
            <a:ext cx="3239640" cy="242280"/>
          </a:xfrm>
          <a:prstGeom prst="rect">
            <a:avLst/>
          </a:prstGeom>
          <a:noFill/>
          <a:ln w="0">
            <a:noFill/>
          </a:ln>
        </p:spPr>
        <p:txBody>
          <a:bodyPr lIns="0" tIns="0" rIns="0" bIns="0" anchor="t">
            <a:noAutofit/>
          </a:bodyPr>
          <a:lstStyle>
            <a:lvl1pPr indent="0" algn="ctr" defTabSz="914400">
              <a:lnSpc>
                <a:spcPct val="100000"/>
              </a:lnSpc>
              <a:buNone/>
              <a:tabLst>
                <a:tab pos="0" algn="l"/>
              </a:tabLst>
              <a:defRPr lang="en-US" sz="1400" b="0" u="none" strike="noStrike">
                <a:solidFill>
                  <a:srgbClr val="000000"/>
                </a:solidFill>
                <a:effectLst/>
                <a:uFillTx/>
                <a:latin typeface="Noto Sans"/>
                <a:ea typeface="DejaVu Sans"/>
              </a:defRPr>
            </a:lvl1pPr>
          </a:lstStyle>
          <a:p>
            <a:pPr indent="0" algn="ctr" defTabSz="914400">
              <a:lnSpc>
                <a:spcPct val="100000"/>
              </a:lnSpc>
              <a:buNone/>
              <a:tabLst>
                <a:tab pos="0" algn="l"/>
              </a:tabLst>
            </a:pPr>
            <a:r>
              <a:rPr lang="en-US" sz="1400" b="0" u="none" strike="noStrike">
                <a:solidFill>
                  <a:srgbClr val="000000"/>
                </a:solidFill>
                <a:effectLst/>
                <a:uFillTx/>
                <a:latin typeface="Noto Sans"/>
                <a:ea typeface="DejaVu Sans"/>
              </a:rPr>
              <a:t>&lt;footer&gt;</a:t>
            </a:r>
            <a:endParaRPr lang="en-US" sz="1400" b="0" u="none" strike="noStrike">
              <a:solidFill>
                <a:srgbClr val="000000"/>
              </a:solidFill>
              <a:effectLst/>
              <a:uFillTx/>
              <a:latin typeface="Times New Roman"/>
            </a:endParaRPr>
          </a:p>
        </p:txBody>
      </p:sp>
      <p:sp>
        <p:nvSpPr>
          <p:cNvPr id="38" name="PlaceHolder 4"/>
          <p:cNvSpPr>
            <a:spLocks noGrp="1"/>
          </p:cNvSpPr>
          <p:nvPr>
            <p:ph type="sldNum" idx="14"/>
          </p:nvPr>
        </p:nvSpPr>
        <p:spPr>
          <a:xfrm>
            <a:off x="7228800" y="5328000"/>
            <a:ext cx="2346840" cy="242280"/>
          </a:xfrm>
          <a:prstGeom prst="rect">
            <a:avLst/>
          </a:prstGeom>
          <a:noFill/>
          <a:ln w="0">
            <a:noFill/>
          </a:ln>
        </p:spPr>
        <p:txBody>
          <a:bodyPr lIns="0" tIns="0" rIns="0" bIns="0" anchor="t">
            <a:noAutofit/>
          </a:bodyPr>
          <a:lstStyle>
            <a:lvl1pPr indent="0" algn="r" defTabSz="914400">
              <a:lnSpc>
                <a:spcPct val="100000"/>
              </a:lnSpc>
              <a:buNone/>
              <a:tabLst>
                <a:tab pos="0" algn="l"/>
              </a:tabLst>
              <a:defRPr lang="en-US" sz="1400" b="0" u="none" strike="noStrike">
                <a:solidFill>
                  <a:srgbClr val="000000"/>
                </a:solidFill>
                <a:effectLst/>
                <a:uFillTx/>
                <a:latin typeface="Noto Sans"/>
                <a:ea typeface="DejaVu Sans"/>
              </a:defRPr>
            </a:lvl1pPr>
          </a:lstStyle>
          <a:p>
            <a:pPr indent="0" algn="r" defTabSz="914400">
              <a:lnSpc>
                <a:spcPct val="100000"/>
              </a:lnSpc>
              <a:buNone/>
              <a:tabLst>
                <a:tab pos="0" algn="l"/>
              </a:tabLst>
            </a:pPr>
            <a:fld id="{8EB9E351-137C-4731-914B-30601830E63A}" type="slidenum">
              <a:rPr lang="en-US" sz="1400" b="0" u="none" strike="noStrike">
                <a:solidFill>
                  <a:srgbClr val="000000"/>
                </a:solidFill>
                <a:effectLst/>
                <a:uFillTx/>
                <a:latin typeface="Noto Sans"/>
                <a:ea typeface="DejaVu Sans"/>
              </a:rPr>
              <a:t>&lt;number&gt;</a:t>
            </a:fld>
            <a:endParaRPr lang="en-US" sz="1400" b="0" u="none" strike="noStrike">
              <a:solidFill>
                <a:srgbClr val="000000"/>
              </a:solidFill>
              <a:effectLst/>
              <a:uFillTx/>
              <a:latin typeface="Times New Roman"/>
            </a:endParaRPr>
          </a:p>
        </p:txBody>
      </p:sp>
      <p:sp>
        <p:nvSpPr>
          <p:cNvPr id="39" name="PlaceHolder 5"/>
          <p:cNvSpPr>
            <a:spLocks noGrp="1"/>
          </p:cNvSpPr>
          <p:nvPr>
            <p:ph type="dt" idx="15"/>
          </p:nvPr>
        </p:nvSpPr>
        <p:spPr>
          <a:xfrm>
            <a:off x="504000" y="5328000"/>
            <a:ext cx="2346840" cy="242280"/>
          </a:xfrm>
          <a:prstGeom prst="rect">
            <a:avLst/>
          </a:prstGeom>
          <a:noFill/>
          <a:ln w="0">
            <a:noFill/>
          </a:ln>
        </p:spPr>
        <p:txBody>
          <a:bodyPr lIns="0" tIns="0" rIns="0" bIns="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2">
    <p:bg>
      <p:bgPr>
        <a:solidFill>
          <a:srgbClr val="FFFFFF"/>
        </a:solidFill>
      </p:bgPr>
    </p:bg>
    <p:spTree>
      <p:nvGrpSpPr>
        <p:cNvPr id="1" name=""/>
        <p:cNvGrpSpPr/>
        <p:nvPr/>
      </p:nvGrpSpPr>
      <p:grpSpPr>
        <a:xfrm>
          <a:off x="0" y="0"/>
          <a:ext cx="0" cy="0"/>
          <a:chOff x="0" y="0"/>
          <a:chExt cx="0" cy="0"/>
        </a:xfrm>
      </p:grpSpPr>
      <p:pic>
        <p:nvPicPr>
          <p:cNvPr id="40" name="Picture 27"/>
          <p:cNvPicPr/>
          <p:nvPr/>
        </p:nvPicPr>
        <p:blipFill>
          <a:blip r:embed="rId2"/>
          <a:stretch/>
        </p:blipFill>
        <p:spPr>
          <a:xfrm flipH="1" rot="16200000">
            <a:off x="3805920" y="-3805920"/>
            <a:ext cx="2467800" cy="10079640"/>
          </a:xfrm>
          <a:prstGeom prst="rect">
            <a:avLst/>
          </a:prstGeom>
          <a:noFill/>
          <a:ln w="0">
            <a:noFill/>
          </a:ln>
        </p:spPr>
      </p:pic>
      <p:sp>
        <p:nvSpPr>
          <p:cNvPr id="41" name="PlaceHolder 1"/>
          <p:cNvSpPr>
            <a:spLocks noGrp="1"/>
          </p:cNvSpPr>
          <p:nvPr>
            <p:ph type="title"/>
          </p:nvPr>
        </p:nvSpPr>
        <p:spPr>
          <a:xfrm>
            <a:off x="720000" y="576000"/>
            <a:ext cx="8639640" cy="2519640"/>
          </a:xfrm>
          <a:prstGeom prst="rect">
            <a:avLst/>
          </a:prstGeom>
          <a:noFill/>
          <a:ln w="0">
            <a:noFill/>
          </a:ln>
        </p:spPr>
        <p:txBody>
          <a:bodyPr lIns="0" tIns="0" rIns="0" bIns="0" anchor="ctr">
            <a:normAutofit/>
          </a:bodyPr>
          <a:lstStyle>
            <a:lvl1pPr indent="0" algn="l" defTabSz="914400">
              <a:lnSpc>
                <a:spcPct val="90000"/>
              </a:lnSpc>
              <a:buNone/>
              <a:tabLst>
                <a:tab pos="0" algn="l"/>
              </a:tabLst>
              <a:defRPr lang="en-US" sz="7200" b="1" u="none" strike="noStrike">
                <a:solidFill>
                  <a:srgbClr val="FFFFFF"/>
                </a:solidFill>
                <a:effectLst/>
                <a:uFillTx/>
                <a:latin typeface="Noto Sans"/>
              </a:defRPr>
            </a:lvl1pPr>
          </a:lstStyle>
          <a:p>
            <a:pPr indent="0" algn="l" defTabSz="914400">
              <a:lnSpc>
                <a:spcPct val="90000"/>
              </a:lnSpc>
              <a:buNone/>
              <a:tabLst>
                <a:tab pos="0" algn="l"/>
              </a:tabLst>
            </a:pPr>
            <a:r>
              <a:rPr lang="en-US" sz="7200" b="1" u="none" strike="noStrike">
                <a:solidFill>
                  <a:srgbClr val="FFFFFF"/>
                </a:solidFill>
                <a:effectLst/>
                <a:uFillTx/>
                <a:latin typeface="Noto Sans"/>
              </a:rPr>
              <a:t>Click to edit the title text format</a:t>
            </a:r>
            <a:endParaRPr lang="en-US" sz="7200" b="1" u="none" strike="noStrike">
              <a:solidFill>
                <a:srgbClr val="FFFFFF"/>
              </a:solidFill>
              <a:effectLst/>
              <a:uFillTx/>
              <a:latin typeface="Noto Sans"/>
            </a:endParaRPr>
          </a:p>
        </p:txBody>
      </p:sp>
      <p:sp>
        <p:nvSpPr>
          <p:cNvPr id="42" name="PlaceHolder 2"/>
          <p:cNvSpPr>
            <a:spLocks noGrp="1"/>
          </p:cNvSpPr>
          <p:nvPr>
            <p:ph type="body"/>
          </p:nvPr>
        </p:nvSpPr>
        <p:spPr>
          <a:xfrm>
            <a:off x="720000" y="3312000"/>
            <a:ext cx="3337200" cy="1979640"/>
          </a:xfrm>
          <a:prstGeom prst="rect">
            <a:avLst/>
          </a:prstGeom>
          <a:noFill/>
          <a:ln w="0">
            <a:noFill/>
          </a:ln>
        </p:spPr>
        <p:txBody>
          <a:bodyPr lIns="0" tIns="0" rIns="0" bIns="0" anchor="t">
            <a:normAutofit fontScale="40000" lnSpcReduction="19999"/>
          </a:bodyPr>
          <a:lstStyle>
            <a:lvl1pPr algn="l" defTabSz="914400">
              <a:lnSpc>
                <a:spcPct val="90000"/>
              </a:lnSpc>
              <a:spcBef>
                <a:spcPts val="1417"/>
              </a:spcBef>
              <a:buClr>
                <a:srgbClr val="666666"/>
              </a:buClr>
              <a:buSzPct val="45000"/>
              <a:buFont typeface="Wingdings" charset="2"/>
              <a:buChar char=""/>
              <a:defRPr lang="en-US" sz="3200" b="0" u="none" strike="noStrike">
                <a:solidFill>
                  <a:srgbClr val="666666"/>
                </a:solidFill>
                <a:effectLst/>
                <a:uFillTx/>
                <a:latin typeface="Noto Sans"/>
              </a:defRPr>
            </a:lvl1pPr>
            <a:lvl2pPr lvl="1" algn="l" defTabSz="914400">
              <a:lnSpc>
                <a:spcPct val="90000"/>
              </a:lnSpc>
              <a:spcBef>
                <a:spcPts val="1134"/>
              </a:spcBef>
              <a:buClr>
                <a:srgbClr val="000000"/>
              </a:buClr>
              <a:buSzPct val="75000"/>
              <a:buFont typeface="Symbol" charset="2"/>
              <a:buChar char=""/>
              <a:defRPr lang="en-US" sz="3200" b="0" u="none" strike="noStrike">
                <a:solidFill>
                  <a:srgbClr val="666666"/>
                </a:solidFill>
                <a:effectLst/>
                <a:uFillTx/>
                <a:latin typeface="Noto Sans"/>
              </a:defRPr>
            </a:lvl2pPr>
            <a:lvl3pPr lvl="2" algn="l" defTabSz="914400">
              <a:lnSpc>
                <a:spcPct val="90000"/>
              </a:lnSpc>
              <a:spcBef>
                <a:spcPts val="850"/>
              </a:spcBef>
              <a:buClr>
                <a:srgbClr val="000000"/>
              </a:buClr>
              <a:buSzPct val="45000"/>
              <a:buFont typeface="Wingdings" charset="2"/>
              <a:buChar char=""/>
              <a:defRPr lang="en-US" sz="3200" b="0" u="none" strike="noStrike">
                <a:solidFill>
                  <a:srgbClr val="666666"/>
                </a:solidFill>
                <a:effectLst/>
                <a:uFillTx/>
                <a:latin typeface="Noto Sans"/>
              </a:defRPr>
            </a:lvl3pPr>
            <a:lvl4pPr lvl="3" algn="l" defTabSz="914400">
              <a:lnSpc>
                <a:spcPct val="90000"/>
              </a:lnSpc>
              <a:spcBef>
                <a:spcPts val="567"/>
              </a:spcBef>
              <a:buClr>
                <a:srgbClr val="000000"/>
              </a:buClr>
              <a:buSzPct val="75000"/>
              <a:buFont typeface="Symbol" charset="2"/>
              <a:buChar char=""/>
              <a:defRPr lang="en-US" sz="3200" b="0" u="none" strike="noStrike">
                <a:solidFill>
                  <a:srgbClr val="666666"/>
                </a:solidFill>
                <a:effectLst/>
                <a:uFillTx/>
                <a:latin typeface="Noto Sans"/>
              </a:defRPr>
            </a:lvl4pPr>
            <a:lvl5pPr lvl="4"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5pPr>
            <a:lvl6pPr lvl="5"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6pPr>
            <a:lvl7pPr lvl="6"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7pPr>
          </a:lstStyle>
          <a:p>
            <a:pPr indent="-228600" algn="l" defTabSz="914400">
              <a:lnSpc>
                <a:spcPct val="90000"/>
              </a:lnSpc>
              <a:spcBef>
                <a:spcPts val="1417"/>
              </a:spcBef>
              <a:buClr>
                <a:srgbClr val="666666"/>
              </a:buClr>
              <a:buSzPct val="45000"/>
              <a:buFont typeface="Wingdings" charset="2"/>
              <a:buChar char=""/>
            </a:pPr>
            <a:r>
              <a:rPr lang="en-US" sz="3200" b="0" u="none" strike="noStrike">
                <a:solidFill>
                  <a:srgbClr val="666666"/>
                </a:solidFill>
                <a:effectLst/>
                <a:uFillTx/>
                <a:latin typeface="Noto Sans"/>
              </a:rPr>
              <a:t>Click to edit the outline text format</a:t>
            </a:r>
            <a:endParaRPr lang="en-US" sz="3200" b="0" u="none" strike="noStrike">
              <a:solidFill>
                <a:srgbClr val="666666"/>
              </a:solidFill>
              <a:effectLst/>
              <a:uFillTx/>
              <a:latin typeface="Noto Sans"/>
            </a:endParaRPr>
          </a:p>
          <a:p>
            <a:pPr marL="457200" lvl="1" indent="-324000" algn="l" defTabSz="914400">
              <a:lnSpc>
                <a:spcPct val="90000"/>
              </a:lnSpc>
              <a:spcBef>
                <a:spcPts val="1134"/>
              </a:spcBef>
              <a:buClr>
                <a:srgbClr val="000000"/>
              </a:buClr>
              <a:buSzPct val="75000"/>
              <a:buFont typeface="Symbol" charset="2"/>
              <a:buChar char=""/>
            </a:pPr>
            <a:r>
              <a:rPr lang="en-US" sz="3200" b="0" u="none" strike="noStrike">
                <a:solidFill>
                  <a:srgbClr val="666666"/>
                </a:solidFill>
                <a:effectLst/>
                <a:uFillTx/>
                <a:latin typeface="Noto Sans"/>
              </a:rPr>
              <a:t>Second Outline Level</a:t>
            </a:r>
            <a:endParaRPr lang="en-US" sz="3200" b="0" u="none" strike="noStrike">
              <a:solidFill>
                <a:srgbClr val="666666"/>
              </a:solidFill>
              <a:effectLst/>
              <a:uFillTx/>
              <a:latin typeface="Noto Sans"/>
            </a:endParaRPr>
          </a:p>
          <a:p>
            <a:pPr marL="914400" lvl="2" indent="-288000" algn="l" defTabSz="914400">
              <a:lnSpc>
                <a:spcPct val="90000"/>
              </a:lnSpc>
              <a:spcBef>
                <a:spcPts val="850"/>
              </a:spcBef>
              <a:buClr>
                <a:srgbClr val="000000"/>
              </a:buClr>
              <a:buSzPct val="45000"/>
              <a:buFont typeface="Wingdings" charset="2"/>
              <a:buChar char=""/>
            </a:pPr>
            <a:r>
              <a:rPr lang="en-US" sz="3200" b="0" u="none" strike="noStrike">
                <a:solidFill>
                  <a:srgbClr val="666666"/>
                </a:solidFill>
                <a:effectLst/>
                <a:uFillTx/>
                <a:latin typeface="Noto Sans"/>
              </a:rPr>
              <a:t>Third Outline Level</a:t>
            </a:r>
            <a:endParaRPr lang="en-US" sz="3200" b="0" u="none" strike="noStrike">
              <a:solidFill>
                <a:srgbClr val="666666"/>
              </a:solidFill>
              <a:effectLst/>
              <a:uFillTx/>
              <a:latin typeface="Noto Sans"/>
            </a:endParaRPr>
          </a:p>
          <a:p>
            <a:pPr marL="1371600" lvl="3" indent="-216000" algn="l" defTabSz="914400">
              <a:lnSpc>
                <a:spcPct val="90000"/>
              </a:lnSpc>
              <a:spcBef>
                <a:spcPts val="567"/>
              </a:spcBef>
              <a:buClr>
                <a:srgbClr val="000000"/>
              </a:buClr>
              <a:buSzPct val="75000"/>
              <a:buFont typeface="Symbol" charset="2"/>
              <a:buChar char=""/>
            </a:pPr>
            <a:r>
              <a:rPr lang="en-US" sz="3200" b="0" u="none" strike="noStrike">
                <a:solidFill>
                  <a:srgbClr val="666666"/>
                </a:solidFill>
                <a:effectLst/>
                <a:uFillTx/>
                <a:latin typeface="Noto Sans"/>
              </a:rPr>
              <a:t>Fourth Outline Level</a:t>
            </a:r>
            <a:endParaRPr lang="en-US" sz="3200" b="0" u="none" strike="noStrike">
              <a:solidFill>
                <a:srgbClr val="666666"/>
              </a:solidFill>
              <a:effectLst/>
              <a:uFillTx/>
              <a:latin typeface="Noto Sans"/>
            </a:endParaRPr>
          </a:p>
          <a:p>
            <a:pPr marL="1828800" lvl="4"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Fifth Outline Level</a:t>
            </a:r>
            <a:endParaRPr lang="en-US" sz="3200" b="0" u="none" strike="noStrike">
              <a:solidFill>
                <a:srgbClr val="666666"/>
              </a:solidFill>
              <a:effectLst/>
              <a:uFillTx/>
              <a:latin typeface="Noto Sans"/>
            </a:endParaRPr>
          </a:p>
          <a:p>
            <a:pPr marL="2286000" lvl="5"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Sixth Outline Level</a:t>
            </a:r>
            <a:endParaRPr lang="en-US" sz="3200" b="0" u="none" strike="noStrike">
              <a:solidFill>
                <a:srgbClr val="666666"/>
              </a:solidFill>
              <a:effectLst/>
              <a:uFillTx/>
              <a:latin typeface="Noto Sans"/>
            </a:endParaRPr>
          </a:p>
          <a:p>
            <a:pPr marL="2743200" lvl="6"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Seventh Outline Level</a:t>
            </a:r>
            <a:endParaRPr lang="en-US" sz="3200" b="0" u="none" strike="noStrike">
              <a:solidFill>
                <a:srgbClr val="666666"/>
              </a:solidFill>
              <a:effectLst/>
              <a:uFillTx/>
              <a:latin typeface="Noto Sans"/>
            </a:endParaRPr>
          </a:p>
        </p:txBody>
      </p:sp>
      <p:sp>
        <p:nvSpPr>
          <p:cNvPr id="43" name="PlaceHolder 3"/>
          <p:cNvSpPr>
            <a:spLocks noGrp="1"/>
          </p:cNvSpPr>
          <p:nvPr>
            <p:ph type="body"/>
          </p:nvPr>
        </p:nvSpPr>
        <p:spPr>
          <a:xfrm>
            <a:off x="4224960" y="3312000"/>
            <a:ext cx="3337200" cy="943920"/>
          </a:xfrm>
          <a:prstGeom prst="rect">
            <a:avLst/>
          </a:prstGeom>
          <a:noFill/>
          <a:ln w="0">
            <a:noFill/>
          </a:ln>
        </p:spPr>
        <p:txBody>
          <a:bodyPr lIns="0" tIns="0" rIns="0" bIns="0" anchor="t">
            <a:normAutofit fontScale="25000" lnSpcReduction="19999"/>
          </a:bodyPr>
          <a:lstStyle>
            <a:lvl1pPr algn="l" defTabSz="914400">
              <a:lnSpc>
                <a:spcPct val="90000"/>
              </a:lnSpc>
              <a:spcBef>
                <a:spcPts val="1417"/>
              </a:spcBef>
              <a:buClr>
                <a:srgbClr val="666666"/>
              </a:buClr>
              <a:buSzPct val="45000"/>
              <a:buFont typeface="Wingdings" charset="2"/>
              <a:buChar char=""/>
              <a:defRPr lang="en-US" sz="3200" b="0" u="none" strike="noStrike">
                <a:solidFill>
                  <a:srgbClr val="666666"/>
                </a:solidFill>
                <a:effectLst/>
                <a:uFillTx/>
                <a:latin typeface="Noto Sans"/>
              </a:defRPr>
            </a:lvl1pPr>
            <a:lvl2pPr lvl="1" algn="l" defTabSz="914400">
              <a:lnSpc>
                <a:spcPct val="90000"/>
              </a:lnSpc>
              <a:spcBef>
                <a:spcPts val="1134"/>
              </a:spcBef>
              <a:buClr>
                <a:srgbClr val="000000"/>
              </a:buClr>
              <a:buSzPct val="75000"/>
              <a:buFont typeface="Symbol" charset="2"/>
              <a:buChar char=""/>
              <a:defRPr lang="en-US" sz="3200" b="0" u="none" strike="noStrike">
                <a:solidFill>
                  <a:srgbClr val="666666"/>
                </a:solidFill>
                <a:effectLst/>
                <a:uFillTx/>
                <a:latin typeface="Noto Sans"/>
              </a:defRPr>
            </a:lvl2pPr>
            <a:lvl3pPr lvl="2" algn="l" defTabSz="914400">
              <a:lnSpc>
                <a:spcPct val="90000"/>
              </a:lnSpc>
              <a:spcBef>
                <a:spcPts val="850"/>
              </a:spcBef>
              <a:buClr>
                <a:srgbClr val="000000"/>
              </a:buClr>
              <a:buSzPct val="45000"/>
              <a:buFont typeface="Wingdings" charset="2"/>
              <a:buChar char=""/>
              <a:defRPr lang="en-US" sz="3200" b="0" u="none" strike="noStrike">
                <a:solidFill>
                  <a:srgbClr val="666666"/>
                </a:solidFill>
                <a:effectLst/>
                <a:uFillTx/>
                <a:latin typeface="Noto Sans"/>
              </a:defRPr>
            </a:lvl3pPr>
            <a:lvl4pPr lvl="3" algn="l" defTabSz="914400">
              <a:lnSpc>
                <a:spcPct val="90000"/>
              </a:lnSpc>
              <a:spcBef>
                <a:spcPts val="567"/>
              </a:spcBef>
              <a:buClr>
                <a:srgbClr val="000000"/>
              </a:buClr>
              <a:buSzPct val="75000"/>
              <a:buFont typeface="Symbol" charset="2"/>
              <a:buChar char=""/>
              <a:defRPr lang="en-US" sz="3200" b="0" u="none" strike="noStrike">
                <a:solidFill>
                  <a:srgbClr val="666666"/>
                </a:solidFill>
                <a:effectLst/>
                <a:uFillTx/>
                <a:latin typeface="Noto Sans"/>
              </a:defRPr>
            </a:lvl4pPr>
            <a:lvl5pPr lvl="4"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5pPr>
            <a:lvl6pPr lvl="5"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6pPr>
            <a:lvl7pPr lvl="6"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7pPr>
          </a:lstStyle>
          <a:p>
            <a:pPr indent="-228600" algn="l" defTabSz="914400">
              <a:lnSpc>
                <a:spcPct val="90000"/>
              </a:lnSpc>
              <a:spcBef>
                <a:spcPts val="1417"/>
              </a:spcBef>
              <a:buClr>
                <a:srgbClr val="666666"/>
              </a:buClr>
              <a:buSzPct val="45000"/>
              <a:buFont typeface="Wingdings" charset="2"/>
              <a:buChar char=""/>
            </a:pPr>
            <a:r>
              <a:rPr lang="en-US" sz="3200" b="0" u="none" strike="noStrike">
                <a:solidFill>
                  <a:srgbClr val="666666"/>
                </a:solidFill>
                <a:effectLst/>
                <a:uFillTx/>
                <a:latin typeface="Noto Sans"/>
              </a:rPr>
              <a:t>Click to edit the outline text format</a:t>
            </a:r>
            <a:endParaRPr lang="en-US" sz="3200" b="0" u="none" strike="noStrike">
              <a:solidFill>
                <a:srgbClr val="666666"/>
              </a:solidFill>
              <a:effectLst/>
              <a:uFillTx/>
              <a:latin typeface="Noto Sans"/>
            </a:endParaRPr>
          </a:p>
          <a:p>
            <a:pPr marL="457200" lvl="1" indent="-324000" algn="l" defTabSz="914400">
              <a:lnSpc>
                <a:spcPct val="90000"/>
              </a:lnSpc>
              <a:spcBef>
                <a:spcPts val="1134"/>
              </a:spcBef>
              <a:buClr>
                <a:srgbClr val="000000"/>
              </a:buClr>
              <a:buSzPct val="75000"/>
              <a:buFont typeface="Symbol" charset="2"/>
              <a:buChar char=""/>
            </a:pPr>
            <a:r>
              <a:rPr lang="en-US" sz="3200" b="0" u="none" strike="noStrike">
                <a:solidFill>
                  <a:srgbClr val="666666"/>
                </a:solidFill>
                <a:effectLst/>
                <a:uFillTx/>
                <a:latin typeface="Noto Sans"/>
              </a:rPr>
              <a:t>Second Outline Level</a:t>
            </a:r>
            <a:endParaRPr lang="en-US" sz="3200" b="0" u="none" strike="noStrike">
              <a:solidFill>
                <a:srgbClr val="666666"/>
              </a:solidFill>
              <a:effectLst/>
              <a:uFillTx/>
              <a:latin typeface="Noto Sans"/>
            </a:endParaRPr>
          </a:p>
          <a:p>
            <a:pPr marL="914400" lvl="2" indent="-288000" algn="l" defTabSz="914400">
              <a:lnSpc>
                <a:spcPct val="90000"/>
              </a:lnSpc>
              <a:spcBef>
                <a:spcPts val="850"/>
              </a:spcBef>
              <a:buClr>
                <a:srgbClr val="000000"/>
              </a:buClr>
              <a:buSzPct val="45000"/>
              <a:buFont typeface="Wingdings" charset="2"/>
              <a:buChar char=""/>
            </a:pPr>
            <a:r>
              <a:rPr lang="en-US" sz="3200" b="0" u="none" strike="noStrike">
                <a:solidFill>
                  <a:srgbClr val="666666"/>
                </a:solidFill>
                <a:effectLst/>
                <a:uFillTx/>
                <a:latin typeface="Noto Sans"/>
              </a:rPr>
              <a:t>Third Outline Level</a:t>
            </a:r>
            <a:endParaRPr lang="en-US" sz="3200" b="0" u="none" strike="noStrike">
              <a:solidFill>
                <a:srgbClr val="666666"/>
              </a:solidFill>
              <a:effectLst/>
              <a:uFillTx/>
              <a:latin typeface="Noto Sans"/>
            </a:endParaRPr>
          </a:p>
          <a:p>
            <a:pPr marL="1371600" lvl="3" indent="-216000" algn="l" defTabSz="914400">
              <a:lnSpc>
                <a:spcPct val="90000"/>
              </a:lnSpc>
              <a:spcBef>
                <a:spcPts val="567"/>
              </a:spcBef>
              <a:buClr>
                <a:srgbClr val="000000"/>
              </a:buClr>
              <a:buSzPct val="75000"/>
              <a:buFont typeface="Symbol" charset="2"/>
              <a:buChar char=""/>
            </a:pPr>
            <a:r>
              <a:rPr lang="en-US" sz="3200" b="0" u="none" strike="noStrike">
                <a:solidFill>
                  <a:srgbClr val="666666"/>
                </a:solidFill>
                <a:effectLst/>
                <a:uFillTx/>
                <a:latin typeface="Noto Sans"/>
              </a:rPr>
              <a:t>Fourth Outline Level</a:t>
            </a:r>
            <a:endParaRPr lang="en-US" sz="3200" b="0" u="none" strike="noStrike">
              <a:solidFill>
                <a:srgbClr val="666666"/>
              </a:solidFill>
              <a:effectLst/>
              <a:uFillTx/>
              <a:latin typeface="Noto Sans"/>
            </a:endParaRPr>
          </a:p>
          <a:p>
            <a:pPr marL="1828800" lvl="4"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Fifth Outline Level</a:t>
            </a:r>
            <a:endParaRPr lang="en-US" sz="3200" b="0" u="none" strike="noStrike">
              <a:solidFill>
                <a:srgbClr val="666666"/>
              </a:solidFill>
              <a:effectLst/>
              <a:uFillTx/>
              <a:latin typeface="Noto Sans"/>
            </a:endParaRPr>
          </a:p>
          <a:p>
            <a:pPr marL="2286000" lvl="5"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Sixth Outline </a:t>
            </a:r>
            <a:r>
              <a:rPr lang="en-US" sz="3200" b="0" u="none" strike="noStrike">
                <a:solidFill>
                  <a:srgbClr val="666666"/>
                </a:solidFill>
                <a:effectLst/>
                <a:uFillTx/>
                <a:latin typeface="Noto Sans"/>
              </a:rPr>
              <a:t>Level</a:t>
            </a:r>
            <a:endParaRPr lang="en-US" sz="3200" b="0" u="none" strike="noStrike">
              <a:solidFill>
                <a:srgbClr val="666666"/>
              </a:solidFill>
              <a:effectLst/>
              <a:uFillTx/>
              <a:latin typeface="Noto Sans"/>
            </a:endParaRPr>
          </a:p>
          <a:p>
            <a:pPr marL="2743200" lvl="6"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Seve</a:t>
            </a:r>
            <a:r>
              <a:rPr lang="en-US" sz="3200" b="0" u="none" strike="noStrike">
                <a:solidFill>
                  <a:srgbClr val="666666"/>
                </a:solidFill>
                <a:effectLst/>
                <a:uFillTx/>
                <a:latin typeface="Noto Sans"/>
              </a:rPr>
              <a:t>nth </a:t>
            </a:r>
            <a:r>
              <a:rPr lang="en-US" sz="3200" b="0" u="none" strike="noStrike">
                <a:solidFill>
                  <a:srgbClr val="666666"/>
                </a:solidFill>
                <a:effectLst/>
                <a:uFillTx/>
                <a:latin typeface="Noto Sans"/>
              </a:rPr>
              <a:t>Outli</a:t>
            </a:r>
            <a:r>
              <a:rPr lang="en-US" sz="3200" b="0" u="none" strike="noStrike">
                <a:solidFill>
                  <a:srgbClr val="666666"/>
                </a:solidFill>
                <a:effectLst/>
                <a:uFillTx/>
                <a:latin typeface="Noto Sans"/>
              </a:rPr>
              <a:t>ne </a:t>
            </a:r>
            <a:r>
              <a:rPr lang="en-US" sz="3200" b="0" u="none" strike="noStrike">
                <a:solidFill>
                  <a:srgbClr val="666666"/>
                </a:solidFill>
                <a:effectLst/>
                <a:uFillTx/>
                <a:latin typeface="Noto Sans"/>
              </a:rPr>
              <a:t>Level</a:t>
            </a:r>
            <a:endParaRPr lang="en-US" sz="3200" b="0" u="none" strike="noStrike">
              <a:solidFill>
                <a:srgbClr val="666666"/>
              </a:solidFill>
              <a:effectLst/>
              <a:uFillTx/>
              <a:latin typeface="Noto Sans"/>
            </a:endParaRPr>
          </a:p>
        </p:txBody>
      </p:sp>
      <p:sp>
        <p:nvSpPr>
          <p:cNvPr id="44" name="PlaceHolder 4"/>
          <p:cNvSpPr>
            <a:spLocks noGrp="1"/>
          </p:cNvSpPr>
          <p:nvPr>
            <p:ph type="body"/>
          </p:nvPr>
        </p:nvSpPr>
        <p:spPr>
          <a:xfrm>
            <a:off x="4224960" y="4346280"/>
            <a:ext cx="3337200" cy="943920"/>
          </a:xfrm>
          <a:prstGeom prst="rect">
            <a:avLst/>
          </a:prstGeom>
          <a:noFill/>
          <a:ln w="0">
            <a:noFill/>
          </a:ln>
        </p:spPr>
        <p:txBody>
          <a:bodyPr lIns="0" tIns="0" rIns="0" bIns="0" anchor="t">
            <a:normAutofit fontScale="25000" lnSpcReduction="19999"/>
          </a:bodyPr>
          <a:lstStyle>
            <a:lvl1pPr algn="l" defTabSz="914400">
              <a:lnSpc>
                <a:spcPct val="90000"/>
              </a:lnSpc>
              <a:spcBef>
                <a:spcPts val="1417"/>
              </a:spcBef>
              <a:buClr>
                <a:srgbClr val="666666"/>
              </a:buClr>
              <a:buSzPct val="45000"/>
              <a:buFont typeface="Wingdings" charset="2"/>
              <a:buChar char=""/>
              <a:defRPr lang="en-US" sz="3200" b="0" u="none" strike="noStrike">
                <a:solidFill>
                  <a:srgbClr val="666666"/>
                </a:solidFill>
                <a:effectLst/>
                <a:uFillTx/>
                <a:latin typeface="Noto Sans"/>
              </a:defRPr>
            </a:lvl1pPr>
            <a:lvl2pPr lvl="1" algn="l" defTabSz="914400">
              <a:lnSpc>
                <a:spcPct val="90000"/>
              </a:lnSpc>
              <a:spcBef>
                <a:spcPts val="1134"/>
              </a:spcBef>
              <a:buClr>
                <a:srgbClr val="000000"/>
              </a:buClr>
              <a:buSzPct val="75000"/>
              <a:buFont typeface="Symbol" charset="2"/>
              <a:buChar char=""/>
              <a:defRPr lang="en-US" sz="3200" b="0" u="none" strike="noStrike">
                <a:solidFill>
                  <a:srgbClr val="666666"/>
                </a:solidFill>
                <a:effectLst/>
                <a:uFillTx/>
                <a:latin typeface="Noto Sans"/>
              </a:defRPr>
            </a:lvl2pPr>
            <a:lvl3pPr lvl="2" algn="l" defTabSz="914400">
              <a:lnSpc>
                <a:spcPct val="90000"/>
              </a:lnSpc>
              <a:spcBef>
                <a:spcPts val="850"/>
              </a:spcBef>
              <a:buClr>
                <a:srgbClr val="000000"/>
              </a:buClr>
              <a:buSzPct val="45000"/>
              <a:buFont typeface="Wingdings" charset="2"/>
              <a:buChar char=""/>
              <a:defRPr lang="en-US" sz="3200" b="0" u="none" strike="noStrike">
                <a:solidFill>
                  <a:srgbClr val="666666"/>
                </a:solidFill>
                <a:effectLst/>
                <a:uFillTx/>
                <a:latin typeface="Noto Sans"/>
              </a:defRPr>
            </a:lvl3pPr>
            <a:lvl4pPr lvl="3" algn="l" defTabSz="914400">
              <a:lnSpc>
                <a:spcPct val="90000"/>
              </a:lnSpc>
              <a:spcBef>
                <a:spcPts val="567"/>
              </a:spcBef>
              <a:buClr>
                <a:srgbClr val="000000"/>
              </a:buClr>
              <a:buSzPct val="75000"/>
              <a:buFont typeface="Symbol" charset="2"/>
              <a:buChar char=""/>
              <a:defRPr lang="en-US" sz="3200" b="0" u="none" strike="noStrike">
                <a:solidFill>
                  <a:srgbClr val="666666"/>
                </a:solidFill>
                <a:effectLst/>
                <a:uFillTx/>
                <a:latin typeface="Noto Sans"/>
              </a:defRPr>
            </a:lvl4pPr>
            <a:lvl5pPr lvl="4"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5pPr>
            <a:lvl6pPr lvl="5"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6pPr>
            <a:lvl7pPr lvl="6"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7pPr>
          </a:lstStyle>
          <a:p>
            <a:pPr indent="-228600" algn="l" defTabSz="914400">
              <a:lnSpc>
                <a:spcPct val="90000"/>
              </a:lnSpc>
              <a:spcBef>
                <a:spcPts val="1417"/>
              </a:spcBef>
              <a:buClr>
                <a:srgbClr val="666666"/>
              </a:buClr>
              <a:buSzPct val="45000"/>
              <a:buFont typeface="Wingdings" charset="2"/>
              <a:buChar char=""/>
            </a:pPr>
            <a:r>
              <a:rPr lang="en-US" sz="3200" b="0" u="none" strike="noStrike">
                <a:solidFill>
                  <a:srgbClr val="666666"/>
                </a:solidFill>
                <a:effectLst/>
                <a:uFillTx/>
                <a:latin typeface="Noto Sans"/>
              </a:rPr>
              <a:t>Click to edit the outline text format</a:t>
            </a:r>
            <a:endParaRPr lang="en-US" sz="3200" b="0" u="none" strike="noStrike">
              <a:solidFill>
                <a:srgbClr val="666666"/>
              </a:solidFill>
              <a:effectLst/>
              <a:uFillTx/>
              <a:latin typeface="Noto Sans"/>
            </a:endParaRPr>
          </a:p>
          <a:p>
            <a:pPr marL="457200" lvl="1" indent="-324000" algn="l" defTabSz="914400">
              <a:lnSpc>
                <a:spcPct val="90000"/>
              </a:lnSpc>
              <a:spcBef>
                <a:spcPts val="1134"/>
              </a:spcBef>
              <a:buClr>
                <a:srgbClr val="000000"/>
              </a:buClr>
              <a:buSzPct val="75000"/>
              <a:buFont typeface="Symbol" charset="2"/>
              <a:buChar char=""/>
            </a:pPr>
            <a:r>
              <a:rPr lang="en-US" sz="3200" b="0" u="none" strike="noStrike">
                <a:solidFill>
                  <a:srgbClr val="666666"/>
                </a:solidFill>
                <a:effectLst/>
                <a:uFillTx/>
                <a:latin typeface="Noto Sans"/>
              </a:rPr>
              <a:t>Second Outline Level</a:t>
            </a:r>
            <a:endParaRPr lang="en-US" sz="3200" b="0" u="none" strike="noStrike">
              <a:solidFill>
                <a:srgbClr val="666666"/>
              </a:solidFill>
              <a:effectLst/>
              <a:uFillTx/>
              <a:latin typeface="Noto Sans"/>
            </a:endParaRPr>
          </a:p>
          <a:p>
            <a:pPr marL="914400" lvl="2" indent="-288000" algn="l" defTabSz="914400">
              <a:lnSpc>
                <a:spcPct val="90000"/>
              </a:lnSpc>
              <a:spcBef>
                <a:spcPts val="850"/>
              </a:spcBef>
              <a:buClr>
                <a:srgbClr val="000000"/>
              </a:buClr>
              <a:buSzPct val="45000"/>
              <a:buFont typeface="Wingdings" charset="2"/>
              <a:buChar char=""/>
            </a:pPr>
            <a:r>
              <a:rPr lang="en-US" sz="3200" b="0" u="none" strike="noStrike">
                <a:solidFill>
                  <a:srgbClr val="666666"/>
                </a:solidFill>
                <a:effectLst/>
                <a:uFillTx/>
                <a:latin typeface="Noto Sans"/>
              </a:rPr>
              <a:t>Third Outline Level</a:t>
            </a:r>
            <a:endParaRPr lang="en-US" sz="3200" b="0" u="none" strike="noStrike">
              <a:solidFill>
                <a:srgbClr val="666666"/>
              </a:solidFill>
              <a:effectLst/>
              <a:uFillTx/>
              <a:latin typeface="Noto Sans"/>
            </a:endParaRPr>
          </a:p>
          <a:p>
            <a:pPr marL="1371600" lvl="3" indent="-216000" algn="l" defTabSz="914400">
              <a:lnSpc>
                <a:spcPct val="90000"/>
              </a:lnSpc>
              <a:spcBef>
                <a:spcPts val="567"/>
              </a:spcBef>
              <a:buClr>
                <a:srgbClr val="000000"/>
              </a:buClr>
              <a:buSzPct val="75000"/>
              <a:buFont typeface="Symbol" charset="2"/>
              <a:buChar char=""/>
            </a:pPr>
            <a:r>
              <a:rPr lang="en-US" sz="3200" b="0" u="none" strike="noStrike">
                <a:solidFill>
                  <a:srgbClr val="666666"/>
                </a:solidFill>
                <a:effectLst/>
                <a:uFillTx/>
                <a:latin typeface="Noto Sans"/>
              </a:rPr>
              <a:t>Fourth Outline Level</a:t>
            </a:r>
            <a:endParaRPr lang="en-US" sz="3200" b="0" u="none" strike="noStrike">
              <a:solidFill>
                <a:srgbClr val="666666"/>
              </a:solidFill>
              <a:effectLst/>
              <a:uFillTx/>
              <a:latin typeface="Noto Sans"/>
            </a:endParaRPr>
          </a:p>
          <a:p>
            <a:pPr marL="1828800" lvl="4"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Fifth Outline Level</a:t>
            </a:r>
            <a:endParaRPr lang="en-US" sz="3200" b="0" u="none" strike="noStrike">
              <a:solidFill>
                <a:srgbClr val="666666"/>
              </a:solidFill>
              <a:effectLst/>
              <a:uFillTx/>
              <a:latin typeface="Noto Sans"/>
            </a:endParaRPr>
          </a:p>
          <a:p>
            <a:pPr marL="2286000" lvl="5"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Sixth Outline Level</a:t>
            </a:r>
            <a:endParaRPr lang="en-US" sz="3200" b="0" u="none" strike="noStrike">
              <a:solidFill>
                <a:srgbClr val="666666"/>
              </a:solidFill>
              <a:effectLst/>
              <a:uFillTx/>
              <a:latin typeface="Noto Sans"/>
            </a:endParaRPr>
          </a:p>
          <a:p>
            <a:pPr marL="2743200" lvl="6"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Seventh Outline Level</a:t>
            </a:r>
            <a:endParaRPr lang="en-US" sz="3200" b="0" u="none" strike="noStrike">
              <a:solidFill>
                <a:srgbClr val="666666"/>
              </a:solidFill>
              <a:effectLst/>
              <a:uFillTx/>
              <a:latin typeface="Noto Sans"/>
            </a:endParaRPr>
          </a:p>
        </p:txBody>
      </p:sp>
      <p:sp>
        <p:nvSpPr>
          <p:cNvPr id="45" name="PlaceHolder 5"/>
          <p:cNvSpPr>
            <a:spLocks noGrp="1"/>
          </p:cNvSpPr>
          <p:nvPr>
            <p:ph type="ftr" idx="16"/>
          </p:nvPr>
        </p:nvSpPr>
        <p:spPr>
          <a:xfrm>
            <a:off x="3420000" y="5328000"/>
            <a:ext cx="3239640" cy="242280"/>
          </a:xfrm>
          <a:prstGeom prst="rect">
            <a:avLst/>
          </a:prstGeom>
          <a:noFill/>
          <a:ln w="0">
            <a:noFill/>
          </a:ln>
        </p:spPr>
        <p:txBody>
          <a:bodyPr lIns="0" tIns="0" rIns="0" bIns="0" anchor="t">
            <a:noAutofit/>
          </a:bodyPr>
          <a:lstStyle>
            <a:lvl1pPr indent="0" algn="ctr" defTabSz="914400">
              <a:lnSpc>
                <a:spcPct val="100000"/>
              </a:lnSpc>
              <a:buNone/>
              <a:tabLst>
                <a:tab pos="0" algn="l"/>
              </a:tabLst>
              <a:defRPr lang="en-US" sz="1400" b="0" u="none" strike="noStrike">
                <a:solidFill>
                  <a:srgbClr val="000000"/>
                </a:solidFill>
                <a:effectLst/>
                <a:uFillTx/>
                <a:latin typeface="Noto Sans"/>
                <a:ea typeface="DejaVu Sans"/>
              </a:defRPr>
            </a:lvl1pPr>
          </a:lstStyle>
          <a:p>
            <a:pPr indent="0" algn="ctr" defTabSz="914400">
              <a:lnSpc>
                <a:spcPct val="100000"/>
              </a:lnSpc>
              <a:buNone/>
              <a:tabLst>
                <a:tab pos="0" algn="l"/>
              </a:tabLst>
            </a:pPr>
            <a:r>
              <a:rPr lang="en-US" sz="1400" b="0" u="none" strike="noStrike">
                <a:solidFill>
                  <a:srgbClr val="000000"/>
                </a:solidFill>
                <a:effectLst/>
                <a:uFillTx/>
                <a:latin typeface="Noto Sans"/>
                <a:ea typeface="DejaVu Sans"/>
              </a:rPr>
              <a:t>&lt;footer&gt;</a:t>
            </a:r>
            <a:endParaRPr lang="en-US" sz="1400" b="0" u="none" strike="noStrike">
              <a:solidFill>
                <a:srgbClr val="000000"/>
              </a:solidFill>
              <a:effectLst/>
              <a:uFillTx/>
              <a:latin typeface="Times New Roman"/>
            </a:endParaRPr>
          </a:p>
        </p:txBody>
      </p:sp>
      <p:sp>
        <p:nvSpPr>
          <p:cNvPr id="46" name="PlaceHolder 6"/>
          <p:cNvSpPr>
            <a:spLocks noGrp="1"/>
          </p:cNvSpPr>
          <p:nvPr>
            <p:ph type="sldNum" idx="17"/>
          </p:nvPr>
        </p:nvSpPr>
        <p:spPr>
          <a:xfrm>
            <a:off x="7228800" y="5328000"/>
            <a:ext cx="2346840" cy="242280"/>
          </a:xfrm>
          <a:prstGeom prst="rect">
            <a:avLst/>
          </a:prstGeom>
          <a:noFill/>
          <a:ln w="0">
            <a:noFill/>
          </a:ln>
        </p:spPr>
        <p:txBody>
          <a:bodyPr lIns="0" tIns="0" rIns="0" bIns="0" anchor="t">
            <a:noAutofit/>
          </a:bodyPr>
          <a:lstStyle>
            <a:lvl1pPr indent="0" algn="r" defTabSz="914400">
              <a:lnSpc>
                <a:spcPct val="100000"/>
              </a:lnSpc>
              <a:buNone/>
              <a:tabLst>
                <a:tab pos="0" algn="l"/>
              </a:tabLst>
              <a:defRPr lang="en-US" sz="1400" b="0" u="none" strike="noStrike">
                <a:solidFill>
                  <a:srgbClr val="000000"/>
                </a:solidFill>
                <a:effectLst/>
                <a:uFillTx/>
                <a:latin typeface="Noto Sans"/>
                <a:ea typeface="DejaVu Sans"/>
              </a:defRPr>
            </a:lvl1pPr>
          </a:lstStyle>
          <a:p>
            <a:pPr indent="0" algn="r" defTabSz="914400">
              <a:lnSpc>
                <a:spcPct val="100000"/>
              </a:lnSpc>
              <a:buNone/>
              <a:tabLst>
                <a:tab pos="0" algn="l"/>
              </a:tabLst>
            </a:pPr>
            <a:fld id="{F9FD157F-D4EB-4700-8F86-934B27F6A760}" type="slidenum">
              <a:rPr lang="en-US" sz="1400" b="0" u="none" strike="noStrike">
                <a:solidFill>
                  <a:srgbClr val="000000"/>
                </a:solidFill>
                <a:effectLst/>
                <a:uFillTx/>
                <a:latin typeface="Noto Sans"/>
                <a:ea typeface="DejaVu Sans"/>
              </a:rPr>
              <a:t>&lt;number&gt;</a:t>
            </a:fld>
            <a:endParaRPr lang="en-US" sz="1400" b="0" u="none" strike="noStrike">
              <a:solidFill>
                <a:srgbClr val="000000"/>
              </a:solidFill>
              <a:effectLst/>
              <a:uFillTx/>
              <a:latin typeface="Times New Roman"/>
            </a:endParaRPr>
          </a:p>
        </p:txBody>
      </p:sp>
      <p:sp>
        <p:nvSpPr>
          <p:cNvPr id="47" name="PlaceHolder 7"/>
          <p:cNvSpPr>
            <a:spLocks noGrp="1"/>
          </p:cNvSpPr>
          <p:nvPr>
            <p:ph type="dt" idx="18"/>
          </p:nvPr>
        </p:nvSpPr>
        <p:spPr>
          <a:xfrm>
            <a:off x="504000" y="5328000"/>
            <a:ext cx="2346840" cy="242280"/>
          </a:xfrm>
          <a:prstGeom prst="rect">
            <a:avLst/>
          </a:prstGeom>
          <a:noFill/>
          <a:ln w="0">
            <a:noFill/>
          </a:ln>
        </p:spPr>
        <p:txBody>
          <a:bodyPr lIns="0" tIns="0" rIns="0" bIns="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Four Bullets">
    <p:spTree>
      <p:nvGrpSpPr>
        <p:cNvPr id="1" name=""/>
        <p:cNvGrpSpPr/>
        <p:nvPr/>
      </p:nvGrpSpPr>
      <p:grpSpPr>
        <a:xfrm>
          <a:off x="0" y="0"/>
          <a:ext cx="0" cy="0"/>
          <a:chOff x="0" y="0"/>
          <a:chExt cx="0" cy="0"/>
        </a:xfrm>
      </p:grpSpPr>
      <p:sp>
        <p:nvSpPr>
          <p:cNvPr id="55" name="PlaceHolder 1"/>
          <p:cNvSpPr>
            <a:spLocks noGrp="1"/>
          </p:cNvSpPr>
          <p:nvPr>
            <p:ph type="title"/>
          </p:nvPr>
        </p:nvSpPr>
        <p:spPr>
          <a:xfrm>
            <a:off x="720000" y="576000"/>
            <a:ext cx="8639640" cy="251964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7200" b="1" u="none" strike="noStrike">
              <a:solidFill>
                <a:srgbClr val="FFFFFF"/>
              </a:solidFill>
              <a:effectLst/>
              <a:uFillTx/>
              <a:latin typeface="Noto Sans"/>
            </a:endParaRPr>
          </a:p>
        </p:txBody>
      </p:sp>
      <p:sp>
        <p:nvSpPr>
          <p:cNvPr id="56" name="PlaceHolder 2"/>
          <p:cNvSpPr>
            <a:spLocks noGrp="1"/>
          </p:cNvSpPr>
          <p:nvPr>
            <p:ph/>
          </p:nvPr>
        </p:nvSpPr>
        <p:spPr>
          <a:xfrm>
            <a:off x="720000" y="3312000"/>
            <a:ext cx="6839640" cy="1979640"/>
          </a:xfrm>
          <a:prstGeom prst="rect">
            <a:avLst/>
          </a:prstGeom>
          <a:noFill/>
          <a:ln w="0">
            <a:noFill/>
          </a:ln>
        </p:spPr>
        <p:txBody>
          <a:bodyPr lIns="0" tIns="0" rIns="0" bIns="0" anchor="t">
            <a:normAutofit/>
          </a:bodyPr>
          <a:p>
            <a:pPr indent="0" algn="l" defTabSz="914400">
              <a:lnSpc>
                <a:spcPct val="90000"/>
              </a:lnSpc>
              <a:spcBef>
                <a:spcPts val="1417"/>
              </a:spcBef>
              <a:buNone/>
            </a:pPr>
            <a:endParaRPr lang="en-US" sz="3200" b="0" u="none" strike="noStrike">
              <a:solidFill>
                <a:srgbClr val="FFFFFF"/>
              </a:solidFill>
              <a:effectLst/>
              <a:uFillTx/>
              <a:latin typeface="Noto Sans"/>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343C6326-FFF3-4B36-A8E0-08D020CB00A9}"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ue/White Chart">
    <p:spTree>
      <p:nvGrpSpPr>
        <p:cNvPr id="1" name=""/>
        <p:cNvGrpSpPr/>
        <p:nvPr/>
      </p:nvGrpSpPr>
      <p:grpSpPr>
        <a:xfrm>
          <a:off x="0" y="0"/>
          <a:ext cx="0" cy="0"/>
          <a:chOff x="0" y="0"/>
          <a:chExt cx="0" cy="0"/>
        </a:xfrm>
      </p:grpSpPr>
      <p:sp>
        <p:nvSpPr>
          <p:cNvPr id="63" name="PlaceHolder 1"/>
          <p:cNvSpPr>
            <a:spLocks noGrp="1"/>
          </p:cNvSpPr>
          <p:nvPr>
            <p:ph type="title"/>
          </p:nvPr>
        </p:nvSpPr>
        <p:spPr>
          <a:xfrm>
            <a:off x="720000" y="576000"/>
            <a:ext cx="8639640" cy="251964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7200" b="1" u="none" strike="noStrike">
              <a:solidFill>
                <a:srgbClr val="FFFFFF"/>
              </a:solidFill>
              <a:effectLst/>
              <a:uFillTx/>
              <a:latin typeface="Noto Sans"/>
            </a:endParaRPr>
          </a:p>
        </p:txBody>
      </p:sp>
      <p:sp>
        <p:nvSpPr>
          <p:cNvPr id="64" name="PlaceHolder 2"/>
          <p:cNvSpPr>
            <a:spLocks noGrp="1"/>
          </p:cNvSpPr>
          <p:nvPr>
            <p:ph/>
          </p:nvPr>
        </p:nvSpPr>
        <p:spPr>
          <a:xfrm>
            <a:off x="720000" y="3312000"/>
            <a:ext cx="6839640" cy="1979640"/>
          </a:xfrm>
          <a:prstGeom prst="rect">
            <a:avLst/>
          </a:prstGeom>
          <a:noFill/>
          <a:ln w="0">
            <a:noFill/>
          </a:ln>
        </p:spPr>
        <p:txBody>
          <a:bodyPr lIns="0" tIns="0" rIns="0" bIns="0" anchor="t">
            <a:normAutofit/>
          </a:bodyPr>
          <a:p>
            <a:pPr indent="0" algn="l" defTabSz="914400">
              <a:lnSpc>
                <a:spcPct val="90000"/>
              </a:lnSpc>
              <a:spcBef>
                <a:spcPts val="1417"/>
              </a:spcBef>
              <a:buNone/>
            </a:pPr>
            <a:endParaRPr lang="en-US" sz="3200" b="0" u="none" strike="noStrike">
              <a:solidFill>
                <a:srgbClr val="FFFFFF"/>
              </a:solidFill>
              <a:effectLst/>
              <a:uFillTx/>
              <a:latin typeface="Noto Sans"/>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476990D5-0015-401D-BC8B-668122D5589B}" type="slidenum">
              <a:t>&lt;#&gt;</a:t>
            </a:fld>
          </a:p>
        </p:txBody>
      </p:sp>
      <p:sp>
        <p:nvSpPr>
          <p:cNvPr id="6" name="PlaceHolder 5"/>
          <p:cNvSpPr>
            <a:spLocks noGrp="1"/>
          </p:cNvSpPr>
          <p:nvPr>
            <p:ph type="dt" idx="24"/>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White/Blue Chart">
    <p:spTree>
      <p:nvGrpSpPr>
        <p:cNvPr id="1" name=""/>
        <p:cNvGrpSpPr/>
        <p:nvPr/>
      </p:nvGrpSpPr>
      <p:grpSpPr>
        <a:xfrm>
          <a:off x="0" y="0"/>
          <a:ext cx="0" cy="0"/>
          <a:chOff x="0" y="0"/>
          <a:chExt cx="0" cy="0"/>
        </a:xfrm>
      </p:grpSpPr>
      <p:sp>
        <p:nvSpPr>
          <p:cNvPr id="71" name="PlaceHolder 1"/>
          <p:cNvSpPr>
            <a:spLocks noGrp="1"/>
          </p:cNvSpPr>
          <p:nvPr>
            <p:ph type="title"/>
          </p:nvPr>
        </p:nvSpPr>
        <p:spPr>
          <a:xfrm>
            <a:off x="720000" y="576000"/>
            <a:ext cx="8639640" cy="251964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7200" b="1" u="none" strike="noStrike">
              <a:solidFill>
                <a:srgbClr val="FFFFFF"/>
              </a:solidFill>
              <a:effectLst/>
              <a:uFillTx/>
              <a:latin typeface="Noto Sans"/>
            </a:endParaRPr>
          </a:p>
        </p:txBody>
      </p:sp>
      <p:sp>
        <p:nvSpPr>
          <p:cNvPr id="72" name="PlaceHolder 2"/>
          <p:cNvSpPr>
            <a:spLocks noGrp="1"/>
          </p:cNvSpPr>
          <p:nvPr>
            <p:ph/>
          </p:nvPr>
        </p:nvSpPr>
        <p:spPr>
          <a:xfrm>
            <a:off x="720000" y="3312000"/>
            <a:ext cx="6839640" cy="1979640"/>
          </a:xfrm>
          <a:prstGeom prst="rect">
            <a:avLst/>
          </a:prstGeom>
          <a:noFill/>
          <a:ln w="0">
            <a:noFill/>
          </a:ln>
        </p:spPr>
        <p:txBody>
          <a:bodyPr lIns="0" tIns="0" rIns="0" bIns="0" anchor="t">
            <a:normAutofit/>
          </a:bodyPr>
          <a:p>
            <a:pPr indent="0" algn="l" defTabSz="914400">
              <a:lnSpc>
                <a:spcPct val="90000"/>
              </a:lnSpc>
              <a:spcBef>
                <a:spcPts val="1417"/>
              </a:spcBef>
              <a:buNone/>
            </a:pPr>
            <a:endParaRPr lang="en-US" sz="3200" b="0" u="none" strike="noStrike">
              <a:solidFill>
                <a:srgbClr val="FFFFFF"/>
              </a:solidFill>
              <a:effectLst/>
              <a:uFillTx/>
              <a:latin typeface="Noto Sans"/>
            </a:endParaRPr>
          </a:p>
        </p:txBody>
      </p:sp>
      <p:sp>
        <p:nvSpPr>
          <p:cNvPr id="4" name="PlaceHolder 3"/>
          <p:cNvSpPr>
            <a:spLocks noGrp="1"/>
          </p:cNvSpPr>
          <p:nvPr>
            <p:ph type="ftr" idx="25"/>
          </p:nvPr>
        </p:nvSpPr>
        <p:spPr/>
        <p:txBody>
          <a:bodyPr/>
          <a:p>
            <a:r>
              <a:t>Footer</a:t>
            </a:r>
          </a:p>
        </p:txBody>
      </p:sp>
      <p:sp>
        <p:nvSpPr>
          <p:cNvPr id="5" name="PlaceHolder 4"/>
          <p:cNvSpPr>
            <a:spLocks noGrp="1"/>
          </p:cNvSpPr>
          <p:nvPr>
            <p:ph type="sldNum" idx="26"/>
          </p:nvPr>
        </p:nvSpPr>
        <p:spPr/>
        <p:txBody>
          <a:bodyPr/>
          <a:p>
            <a:fld id="{A2A6AE07-F7D8-48BD-BBAE-65A248811809}" type="slidenum">
              <a:t>&lt;#&gt;</a:t>
            </a:fld>
          </a:p>
        </p:txBody>
      </p:sp>
      <p:sp>
        <p:nvSpPr>
          <p:cNvPr id="6" name="PlaceHolder 5"/>
          <p:cNvSpPr>
            <a:spLocks noGrp="1"/>
          </p:cNvSpPr>
          <p:nvPr>
            <p:ph type="dt" idx="27"/>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iagram">
    <p:bg>
      <p:bgPr>
        <a:solidFill>
          <a:srgbClr val="FFFFFF"/>
        </a:solidFill>
      </p:bgPr>
    </p:bg>
    <p:spTree>
      <p:nvGrpSpPr>
        <p:cNvPr id="1" name=""/>
        <p:cNvGrpSpPr/>
        <p:nvPr/>
      </p:nvGrpSpPr>
      <p:grpSpPr>
        <a:xfrm>
          <a:off x="0" y="0"/>
          <a:ext cx="0" cy="0"/>
          <a:chOff x="0" y="0"/>
          <a:chExt cx="0" cy="0"/>
        </a:xfrm>
      </p:grpSpPr>
      <p:sp>
        <p:nvSpPr>
          <p:cNvPr id="73" name="Free-form: Shape 64"/>
          <p:cNvSpPr/>
          <p:nvPr/>
        </p:nvSpPr>
        <p:spPr>
          <a:xfrm>
            <a:off x="7611120" y="-360"/>
            <a:ext cx="2468520" cy="5670000"/>
          </a:xfrm>
          <a:custGeom>
            <a:avLst/>
            <a:gdLst>
              <a:gd name="textAreaLeft" fmla="*/ 0 w 2468520"/>
              <a:gd name="textAreaRight" fmla="*/ 2468880 w 2468520"/>
              <a:gd name="textAreaTop" fmla="*/ 0 h 5670000"/>
              <a:gd name="textAreaBottom" fmla="*/ 5670360 h 5670000"/>
            </a:gdLst>
            <a:ahLst/>
            <a:cxnLst/>
            <a:rect l="textAreaLeft" t="textAreaTop" r="textAreaRight" b="textAreaBottom"/>
            <a:pathLst>
              <a:path w="6858" h="15751">
                <a:moveTo>
                  <a:pt x="6858" y="0"/>
                </a:moveTo>
                <a:cubicBezTo>
                  <a:pt x="6858" y="5250"/>
                  <a:pt x="6858" y="10501"/>
                  <a:pt x="6858" y="15751"/>
                </a:cubicBezTo>
                <a:cubicBezTo>
                  <a:pt x="6181" y="15751"/>
                  <a:pt x="2286" y="15751"/>
                  <a:pt x="0" y="15751"/>
                </a:cubicBezTo>
                <a:cubicBezTo>
                  <a:pt x="2253" y="10501"/>
                  <a:pt x="4505" y="5250"/>
                  <a:pt x="6758" y="0"/>
                </a:cubicBezTo>
                <a:cubicBezTo>
                  <a:pt x="6791" y="0"/>
                  <a:pt x="6181" y="0"/>
                  <a:pt x="6858" y="0"/>
                </a:cubicBezTo>
                <a:close/>
              </a:path>
            </a:pathLst>
          </a:custGeom>
          <a:solidFill>
            <a:srgbClr val="0D84A1"/>
          </a:solidFill>
          <a:ln w="0">
            <a:noFill/>
          </a:ln>
        </p:spPr>
        <p:style>
          <a:lnRef idx="0"/>
          <a:fillRef idx="0"/>
          <a:effectRef idx="0"/>
          <a:fontRef idx="minor"/>
        </p:style>
        <p:txBody>
          <a:bodyPr lIns="0" tIns="0" rIns="0" bIns="0" anchor="ctr">
            <a:noAutofit/>
          </a:bodyPr>
          <a:p>
            <a:endParaRPr lang="en-US" sz="1800" b="0" u="none" strike="noStrike">
              <a:solidFill>
                <a:srgbClr val="FFFFFF"/>
              </a:solidFill>
              <a:effectLst/>
              <a:uFillTx/>
              <a:latin typeface="Noto Sans"/>
            </a:endParaRPr>
          </a:p>
        </p:txBody>
      </p:sp>
      <p:sp>
        <p:nvSpPr>
          <p:cNvPr id="74" name="Free-form: Shape 65"/>
          <p:cNvSpPr/>
          <p:nvPr/>
        </p:nvSpPr>
        <p:spPr>
          <a:xfrm>
            <a:off x="0" y="0"/>
            <a:ext cx="2468520" cy="5670000"/>
          </a:xfrm>
          <a:custGeom>
            <a:avLst/>
            <a:gdLst>
              <a:gd name="textAreaLeft" fmla="*/ 0 w 2468520"/>
              <a:gd name="textAreaRight" fmla="*/ 2468880 w 2468520"/>
              <a:gd name="textAreaTop" fmla="*/ 0 h 5670000"/>
              <a:gd name="textAreaBottom" fmla="*/ 5670360 h 5670000"/>
            </a:gdLst>
            <a:ahLst/>
            <a:cxnLst/>
            <a:rect l="textAreaLeft" t="textAreaTop" r="textAreaRight" b="textAreaBottom"/>
            <a:pathLst>
              <a:path w="6858" h="15751">
                <a:moveTo>
                  <a:pt x="0" y="15751"/>
                </a:moveTo>
                <a:cubicBezTo>
                  <a:pt x="0" y="10501"/>
                  <a:pt x="0" y="5250"/>
                  <a:pt x="0" y="0"/>
                </a:cubicBezTo>
                <a:cubicBezTo>
                  <a:pt x="677" y="0"/>
                  <a:pt x="4572" y="0"/>
                  <a:pt x="6858" y="0"/>
                </a:cubicBezTo>
                <a:cubicBezTo>
                  <a:pt x="4605" y="5250"/>
                  <a:pt x="2353" y="10501"/>
                  <a:pt x="100" y="15751"/>
                </a:cubicBezTo>
                <a:cubicBezTo>
                  <a:pt x="67" y="15751"/>
                  <a:pt x="677" y="15751"/>
                  <a:pt x="0" y="15751"/>
                </a:cubicBezTo>
                <a:close/>
              </a:path>
            </a:pathLst>
          </a:custGeom>
          <a:solidFill>
            <a:srgbClr val="0D84A1"/>
          </a:solidFill>
          <a:ln w="0">
            <a:noFill/>
          </a:ln>
        </p:spPr>
        <p:style>
          <a:lnRef idx="0"/>
          <a:fillRef idx="0"/>
          <a:effectRef idx="0"/>
          <a:fontRef idx="minor"/>
        </p:style>
        <p:txBody>
          <a:bodyPr lIns="0" tIns="0" rIns="0" bIns="0" anchor="ctr">
            <a:noAutofit/>
          </a:bodyPr>
          <a:p>
            <a:endParaRPr lang="en-US" sz="1800" b="0" u="none" strike="noStrike">
              <a:solidFill>
                <a:srgbClr val="FFFFFF"/>
              </a:solidFill>
              <a:effectLst/>
              <a:uFillTx/>
              <a:latin typeface="Noto Sans"/>
            </a:endParaRPr>
          </a:p>
        </p:txBody>
      </p:sp>
      <p:sp>
        <p:nvSpPr>
          <p:cNvPr id="75" name="PlaceHolder 1"/>
          <p:cNvSpPr>
            <a:spLocks noGrp="1"/>
          </p:cNvSpPr>
          <p:nvPr>
            <p:ph type="title"/>
          </p:nvPr>
        </p:nvSpPr>
        <p:spPr>
          <a:xfrm>
            <a:off x="720000" y="576000"/>
            <a:ext cx="8639640" cy="2519640"/>
          </a:xfrm>
          <a:prstGeom prst="rect">
            <a:avLst/>
          </a:prstGeom>
          <a:noFill/>
          <a:ln w="0">
            <a:noFill/>
          </a:ln>
        </p:spPr>
        <p:txBody>
          <a:bodyPr lIns="0" tIns="0" rIns="0" bIns="0" anchor="ctr">
            <a:normAutofit/>
          </a:bodyPr>
          <a:lstStyle>
            <a:lvl1pPr indent="0" algn="l" defTabSz="914400">
              <a:lnSpc>
                <a:spcPct val="90000"/>
              </a:lnSpc>
              <a:buNone/>
              <a:tabLst>
                <a:tab pos="0" algn="l"/>
              </a:tabLst>
              <a:defRPr lang="en-US" sz="5400" b="1" u="none" strike="noStrike">
                <a:solidFill>
                  <a:srgbClr val="FFFFFF"/>
                </a:solidFill>
                <a:effectLst/>
                <a:highlight>
                  <a:srgbClr val="0D84A1"/>
                </a:highlight>
                <a:uFillTx/>
                <a:latin typeface="Noto Sans"/>
              </a:defRPr>
            </a:lvl1pPr>
          </a:lstStyle>
          <a:p>
            <a:pPr indent="0" algn="l" defTabSz="914400">
              <a:lnSpc>
                <a:spcPct val="90000"/>
              </a:lnSpc>
              <a:buNone/>
              <a:tabLst>
                <a:tab pos="0" algn="l"/>
              </a:tabLst>
            </a:pPr>
            <a:r>
              <a:rPr lang="en-US" sz="5400" b="1" u="none" strike="noStrike">
                <a:solidFill>
                  <a:srgbClr val="FFFFFF"/>
                </a:solidFill>
                <a:effectLst/>
                <a:highlight>
                  <a:srgbClr val="0D84A1"/>
                </a:highlight>
                <a:uFillTx/>
                <a:latin typeface="Noto Sans"/>
              </a:rPr>
              <a:t>Click to edit the title text format</a:t>
            </a:r>
            <a:endParaRPr lang="en-US" sz="5400" b="1" u="none" strike="noStrike">
              <a:solidFill>
                <a:srgbClr val="FFFFFF"/>
              </a:solidFill>
              <a:effectLst/>
              <a:highlight>
                <a:srgbClr val="0D84A1"/>
              </a:highlight>
              <a:uFillTx/>
              <a:latin typeface="Noto Sans"/>
            </a:endParaRPr>
          </a:p>
        </p:txBody>
      </p:sp>
      <p:sp>
        <p:nvSpPr>
          <p:cNvPr id="76" name="PlaceHolder 2"/>
          <p:cNvSpPr>
            <a:spLocks noGrp="1"/>
          </p:cNvSpPr>
          <p:nvPr>
            <p:ph type="body"/>
          </p:nvPr>
        </p:nvSpPr>
        <p:spPr>
          <a:xfrm>
            <a:off x="720000" y="3312000"/>
            <a:ext cx="6839640" cy="1979640"/>
          </a:xfrm>
          <a:prstGeom prst="rect">
            <a:avLst/>
          </a:prstGeom>
          <a:noFill/>
          <a:ln w="0">
            <a:noFill/>
          </a:ln>
        </p:spPr>
        <p:txBody>
          <a:bodyPr lIns="0" tIns="0" rIns="0" bIns="0" anchor="t">
            <a:normAutofit fontScale="62500" lnSpcReduction="19999"/>
          </a:bodyPr>
          <a:lstStyle>
            <a:lvl1pPr algn="l" defTabSz="914400">
              <a:lnSpc>
                <a:spcPct val="90000"/>
              </a:lnSpc>
              <a:spcBef>
                <a:spcPts val="1417"/>
              </a:spcBef>
              <a:buClr>
                <a:srgbClr val="000000"/>
              </a:buClr>
              <a:buSzPct val="45000"/>
              <a:buFont typeface="Wingdings" charset="2"/>
              <a:buChar char=""/>
              <a:defRPr lang="en-US" sz="3200" b="0" u="none" strike="noStrike">
                <a:solidFill>
                  <a:srgbClr val="000000"/>
                </a:solidFill>
                <a:effectLst/>
                <a:uFillTx/>
                <a:latin typeface="Noto Sans"/>
              </a:defRPr>
            </a:lvl1pPr>
            <a:lvl2pPr lvl="1" algn="l" defTabSz="914400">
              <a:lnSpc>
                <a:spcPct val="90000"/>
              </a:lnSpc>
              <a:spcBef>
                <a:spcPts val="1134"/>
              </a:spcBef>
              <a:buClr>
                <a:srgbClr val="000000"/>
              </a:buClr>
              <a:buSzPct val="75000"/>
              <a:buFont typeface="Symbol" charset="2"/>
              <a:buChar char=""/>
              <a:defRPr lang="en-US" sz="3200" b="0" u="none" strike="noStrike">
                <a:solidFill>
                  <a:srgbClr val="000000"/>
                </a:solidFill>
                <a:effectLst/>
                <a:uFillTx/>
                <a:latin typeface="Noto Sans"/>
              </a:defRPr>
            </a:lvl2pPr>
            <a:lvl3pPr lvl="2" algn="l" defTabSz="914400">
              <a:lnSpc>
                <a:spcPct val="90000"/>
              </a:lnSpc>
              <a:spcBef>
                <a:spcPts val="850"/>
              </a:spcBef>
              <a:buClr>
                <a:srgbClr val="000000"/>
              </a:buClr>
              <a:buSzPct val="45000"/>
              <a:buFont typeface="Wingdings" charset="2"/>
              <a:buChar char=""/>
              <a:defRPr lang="en-US" sz="3200" b="0" u="none" strike="noStrike">
                <a:solidFill>
                  <a:srgbClr val="000000"/>
                </a:solidFill>
                <a:effectLst/>
                <a:uFillTx/>
                <a:latin typeface="Noto Sans"/>
              </a:defRPr>
            </a:lvl3pPr>
            <a:lvl4pPr lvl="3" algn="l" defTabSz="914400">
              <a:lnSpc>
                <a:spcPct val="90000"/>
              </a:lnSpc>
              <a:spcBef>
                <a:spcPts val="567"/>
              </a:spcBef>
              <a:buClr>
                <a:srgbClr val="000000"/>
              </a:buClr>
              <a:buSzPct val="75000"/>
              <a:buFont typeface="Symbol" charset="2"/>
              <a:buChar char=""/>
              <a:defRPr lang="en-US" sz="3200" b="0" u="none" strike="noStrike">
                <a:solidFill>
                  <a:srgbClr val="000000"/>
                </a:solidFill>
                <a:effectLst/>
                <a:uFillTx/>
                <a:latin typeface="Noto Sans"/>
              </a:defRPr>
            </a:lvl4pPr>
            <a:lvl5pPr lvl="4" algn="l" defTabSz="914400">
              <a:lnSpc>
                <a:spcPct val="90000"/>
              </a:lnSpc>
              <a:spcBef>
                <a:spcPts val="283"/>
              </a:spcBef>
              <a:buClr>
                <a:srgbClr val="000000"/>
              </a:buClr>
              <a:buSzPct val="45000"/>
              <a:buFont typeface="Wingdings" charset="2"/>
              <a:buChar char=""/>
              <a:defRPr lang="en-US" sz="3200" b="0" u="none" strike="noStrike">
                <a:solidFill>
                  <a:srgbClr val="000000"/>
                </a:solidFill>
                <a:effectLst/>
                <a:uFillTx/>
                <a:latin typeface="Noto Sans"/>
              </a:defRPr>
            </a:lvl5pPr>
            <a:lvl6pPr lvl="5" algn="l" defTabSz="914400">
              <a:lnSpc>
                <a:spcPct val="90000"/>
              </a:lnSpc>
              <a:spcBef>
                <a:spcPts val="283"/>
              </a:spcBef>
              <a:buClr>
                <a:srgbClr val="000000"/>
              </a:buClr>
              <a:buSzPct val="45000"/>
              <a:buFont typeface="Wingdings" charset="2"/>
              <a:buChar char=""/>
              <a:defRPr lang="en-US" sz="3200" b="0" u="none" strike="noStrike">
                <a:solidFill>
                  <a:srgbClr val="000000"/>
                </a:solidFill>
                <a:effectLst/>
                <a:uFillTx/>
                <a:latin typeface="Noto Sans"/>
              </a:defRPr>
            </a:lvl6pPr>
            <a:lvl7pPr lvl="6" algn="l" defTabSz="914400">
              <a:lnSpc>
                <a:spcPct val="90000"/>
              </a:lnSpc>
              <a:spcBef>
                <a:spcPts val="283"/>
              </a:spcBef>
              <a:buClr>
                <a:srgbClr val="000000"/>
              </a:buClr>
              <a:buSzPct val="45000"/>
              <a:buFont typeface="Wingdings" charset="2"/>
              <a:buChar char=""/>
              <a:defRPr lang="en-US" sz="3200" b="0" u="none" strike="noStrike">
                <a:solidFill>
                  <a:srgbClr val="000000"/>
                </a:solidFill>
                <a:effectLst/>
                <a:uFillTx/>
                <a:latin typeface="Noto Sans"/>
              </a:defRPr>
            </a:lvl7pPr>
          </a:lstStyle>
          <a:p>
            <a:pPr indent="-228600" algn="l" defTabSz="914400">
              <a:lnSpc>
                <a:spcPct val="90000"/>
              </a:lnSpc>
              <a:spcBef>
                <a:spcPts val="1417"/>
              </a:spcBef>
              <a:buClr>
                <a:srgbClr val="000000"/>
              </a:buClr>
              <a:buSzPct val="45000"/>
              <a:buFont typeface="Wingdings" charset="2"/>
              <a:buChar char=""/>
            </a:pPr>
            <a:r>
              <a:rPr lang="en-US" sz="3200" b="0" u="none" strike="noStrike">
                <a:solidFill>
                  <a:srgbClr val="000000"/>
                </a:solidFill>
                <a:effectLst/>
                <a:uFillTx/>
                <a:latin typeface="Noto Sans"/>
              </a:rPr>
              <a:t>Click to edit the outline text format</a:t>
            </a:r>
            <a:endParaRPr lang="en-US" sz="3200" b="0" u="none" strike="noStrike">
              <a:solidFill>
                <a:srgbClr val="000000"/>
              </a:solidFill>
              <a:effectLst/>
              <a:uFillTx/>
              <a:latin typeface="Noto Sans"/>
            </a:endParaRPr>
          </a:p>
          <a:p>
            <a:pPr marL="457200" lvl="1" indent="-324000" algn="l" defTabSz="914400">
              <a:lnSpc>
                <a:spcPct val="90000"/>
              </a:lnSpc>
              <a:spcBef>
                <a:spcPts val="1134"/>
              </a:spcBef>
              <a:buClr>
                <a:srgbClr val="000000"/>
              </a:buClr>
              <a:buSzPct val="75000"/>
              <a:buFont typeface="Symbol" charset="2"/>
              <a:buChar char=""/>
            </a:pPr>
            <a:r>
              <a:rPr lang="en-US" sz="3200" b="0" u="none" strike="noStrike">
                <a:solidFill>
                  <a:srgbClr val="000000"/>
                </a:solidFill>
                <a:effectLst/>
                <a:uFillTx/>
                <a:latin typeface="Noto Sans"/>
              </a:rPr>
              <a:t>Second Outline Level</a:t>
            </a:r>
            <a:endParaRPr lang="en-US" sz="3200" b="0" u="none" strike="noStrike">
              <a:solidFill>
                <a:srgbClr val="000000"/>
              </a:solidFill>
              <a:effectLst/>
              <a:uFillTx/>
              <a:latin typeface="Noto Sans"/>
            </a:endParaRPr>
          </a:p>
          <a:p>
            <a:pPr marL="914400" lvl="2" indent="-288000" algn="l" defTabSz="914400">
              <a:lnSpc>
                <a:spcPct val="90000"/>
              </a:lnSpc>
              <a:spcBef>
                <a:spcPts val="850"/>
              </a:spcBef>
              <a:buClr>
                <a:srgbClr val="000000"/>
              </a:buClr>
              <a:buSzPct val="45000"/>
              <a:buFont typeface="Wingdings" charset="2"/>
              <a:buChar char=""/>
            </a:pPr>
            <a:r>
              <a:rPr lang="en-US" sz="3200" b="0" u="none" strike="noStrike">
                <a:solidFill>
                  <a:srgbClr val="000000"/>
                </a:solidFill>
                <a:effectLst/>
                <a:uFillTx/>
                <a:latin typeface="Noto Sans"/>
              </a:rPr>
              <a:t>Third Outline Level</a:t>
            </a:r>
            <a:endParaRPr lang="en-US" sz="3200" b="0" u="none" strike="noStrike">
              <a:solidFill>
                <a:srgbClr val="000000"/>
              </a:solidFill>
              <a:effectLst/>
              <a:uFillTx/>
              <a:latin typeface="Noto Sans"/>
            </a:endParaRPr>
          </a:p>
          <a:p>
            <a:pPr marL="1371600" lvl="3" indent="-216000" algn="l" defTabSz="914400">
              <a:lnSpc>
                <a:spcPct val="90000"/>
              </a:lnSpc>
              <a:spcBef>
                <a:spcPts val="567"/>
              </a:spcBef>
              <a:buClr>
                <a:srgbClr val="000000"/>
              </a:buClr>
              <a:buSzPct val="75000"/>
              <a:buFont typeface="Symbol" charset="2"/>
              <a:buChar char=""/>
            </a:pPr>
            <a:r>
              <a:rPr lang="en-US" sz="3200" b="0" u="none" strike="noStrike">
                <a:solidFill>
                  <a:srgbClr val="000000"/>
                </a:solidFill>
                <a:effectLst/>
                <a:uFillTx/>
                <a:latin typeface="Noto Sans"/>
              </a:rPr>
              <a:t>Fourth Outline Level</a:t>
            </a:r>
            <a:endParaRPr lang="en-US" sz="3200" b="0" u="none" strike="noStrike">
              <a:solidFill>
                <a:srgbClr val="000000"/>
              </a:solidFill>
              <a:effectLst/>
              <a:uFillTx/>
              <a:latin typeface="Noto Sans"/>
            </a:endParaRPr>
          </a:p>
          <a:p>
            <a:pPr marL="1828800" lvl="4" indent="-216000" algn="l" defTabSz="914400">
              <a:lnSpc>
                <a:spcPct val="90000"/>
              </a:lnSpc>
              <a:spcBef>
                <a:spcPts val="283"/>
              </a:spcBef>
              <a:buClr>
                <a:srgbClr val="000000"/>
              </a:buClr>
              <a:buSzPct val="45000"/>
              <a:buFont typeface="Wingdings" charset="2"/>
              <a:buChar char=""/>
            </a:pPr>
            <a:r>
              <a:rPr lang="en-US" sz="3200" b="0" u="none" strike="noStrike">
                <a:solidFill>
                  <a:srgbClr val="000000"/>
                </a:solidFill>
                <a:effectLst/>
                <a:uFillTx/>
                <a:latin typeface="Noto Sans"/>
              </a:rPr>
              <a:t>Fifth Outline Level</a:t>
            </a:r>
            <a:endParaRPr lang="en-US" sz="3200" b="0" u="none" strike="noStrike">
              <a:solidFill>
                <a:srgbClr val="000000"/>
              </a:solidFill>
              <a:effectLst/>
              <a:uFillTx/>
              <a:latin typeface="Noto Sans"/>
            </a:endParaRPr>
          </a:p>
          <a:p>
            <a:pPr marL="2286000" lvl="5" indent="-216000" algn="l" defTabSz="914400">
              <a:lnSpc>
                <a:spcPct val="90000"/>
              </a:lnSpc>
              <a:spcBef>
                <a:spcPts val="283"/>
              </a:spcBef>
              <a:buClr>
                <a:srgbClr val="000000"/>
              </a:buClr>
              <a:buSzPct val="45000"/>
              <a:buFont typeface="Wingdings" charset="2"/>
              <a:buChar char=""/>
            </a:pPr>
            <a:r>
              <a:rPr lang="en-US" sz="3200" b="0" u="none" strike="noStrike">
                <a:solidFill>
                  <a:srgbClr val="000000"/>
                </a:solidFill>
                <a:effectLst/>
                <a:uFillTx/>
                <a:latin typeface="Noto Sans"/>
              </a:rPr>
              <a:t>Sixth Outline Level</a:t>
            </a:r>
            <a:endParaRPr lang="en-US" sz="3200" b="0" u="none" strike="noStrike">
              <a:solidFill>
                <a:srgbClr val="000000"/>
              </a:solidFill>
              <a:effectLst/>
              <a:uFillTx/>
              <a:latin typeface="Noto Sans"/>
            </a:endParaRPr>
          </a:p>
          <a:p>
            <a:pPr marL="2743200" lvl="6" indent="-216000" algn="l" defTabSz="914400">
              <a:lnSpc>
                <a:spcPct val="90000"/>
              </a:lnSpc>
              <a:spcBef>
                <a:spcPts val="283"/>
              </a:spcBef>
              <a:buClr>
                <a:srgbClr val="000000"/>
              </a:buClr>
              <a:buSzPct val="45000"/>
              <a:buFont typeface="Wingdings" charset="2"/>
              <a:buChar char=""/>
            </a:pPr>
            <a:r>
              <a:rPr lang="en-US" sz="3200" b="0" u="none" strike="noStrike">
                <a:solidFill>
                  <a:srgbClr val="000000"/>
                </a:solidFill>
                <a:effectLst/>
                <a:uFillTx/>
                <a:latin typeface="Noto Sans"/>
              </a:rPr>
              <a:t>Seventh Outline Level</a:t>
            </a:r>
            <a:endParaRPr lang="en-US" sz="3200" b="0" u="none" strike="noStrike">
              <a:solidFill>
                <a:srgbClr val="000000"/>
              </a:solidFill>
              <a:effectLst/>
              <a:uFillTx/>
              <a:latin typeface="Noto Sans"/>
            </a:endParaRPr>
          </a:p>
        </p:txBody>
      </p:sp>
      <p:sp>
        <p:nvSpPr>
          <p:cNvPr id="77" name="PlaceHolder 3"/>
          <p:cNvSpPr>
            <a:spLocks noGrp="1"/>
          </p:cNvSpPr>
          <p:nvPr>
            <p:ph type="ftr" idx="28"/>
          </p:nvPr>
        </p:nvSpPr>
        <p:spPr>
          <a:xfrm>
            <a:off x="3420000" y="5328000"/>
            <a:ext cx="3239640" cy="242280"/>
          </a:xfrm>
          <a:prstGeom prst="rect">
            <a:avLst/>
          </a:prstGeom>
          <a:noFill/>
          <a:ln w="0">
            <a:noFill/>
          </a:ln>
        </p:spPr>
        <p:txBody>
          <a:bodyPr lIns="0" tIns="0" rIns="0" bIns="0" anchor="t">
            <a:noAutofit/>
          </a:bodyPr>
          <a:lstStyle>
            <a:lvl1pPr indent="0" algn="ctr" defTabSz="914400">
              <a:lnSpc>
                <a:spcPct val="100000"/>
              </a:lnSpc>
              <a:buNone/>
              <a:tabLst>
                <a:tab pos="0" algn="l"/>
              </a:tabLst>
              <a:defRPr lang="en-US" sz="1400" b="0" u="none" strike="noStrike">
                <a:solidFill>
                  <a:srgbClr val="000000"/>
                </a:solidFill>
                <a:effectLst/>
                <a:uFillTx/>
                <a:latin typeface="Noto Sans"/>
                <a:ea typeface="DejaVu Sans"/>
              </a:defRPr>
            </a:lvl1pPr>
          </a:lstStyle>
          <a:p>
            <a:pPr indent="0" algn="ctr" defTabSz="914400">
              <a:lnSpc>
                <a:spcPct val="100000"/>
              </a:lnSpc>
              <a:buNone/>
              <a:tabLst>
                <a:tab pos="0" algn="l"/>
              </a:tabLst>
            </a:pPr>
            <a:r>
              <a:rPr lang="en-US" sz="1400" b="0" u="none" strike="noStrike">
                <a:solidFill>
                  <a:srgbClr val="000000"/>
                </a:solidFill>
                <a:effectLst/>
                <a:uFillTx/>
                <a:latin typeface="Noto Sans"/>
                <a:ea typeface="DejaVu Sans"/>
              </a:rPr>
              <a:t>&lt;footer&gt;</a:t>
            </a:r>
            <a:endParaRPr lang="en-US" sz="1400" b="0" u="none" strike="noStrike">
              <a:solidFill>
                <a:srgbClr val="000000"/>
              </a:solidFill>
              <a:effectLst/>
              <a:uFillTx/>
              <a:latin typeface="Times New Roman"/>
            </a:endParaRPr>
          </a:p>
        </p:txBody>
      </p:sp>
      <p:sp>
        <p:nvSpPr>
          <p:cNvPr id="78" name="PlaceHolder 4"/>
          <p:cNvSpPr>
            <a:spLocks noGrp="1"/>
          </p:cNvSpPr>
          <p:nvPr>
            <p:ph type="sldNum" idx="29"/>
          </p:nvPr>
        </p:nvSpPr>
        <p:spPr>
          <a:xfrm>
            <a:off x="7228800" y="5328000"/>
            <a:ext cx="2346840" cy="242280"/>
          </a:xfrm>
          <a:prstGeom prst="rect">
            <a:avLst/>
          </a:prstGeom>
          <a:noFill/>
          <a:ln w="0">
            <a:noFill/>
          </a:ln>
        </p:spPr>
        <p:txBody>
          <a:bodyPr lIns="0" tIns="0" rIns="0" bIns="0" anchor="t">
            <a:noAutofit/>
          </a:bodyPr>
          <a:lstStyle>
            <a:lvl1pPr indent="0" algn="r" defTabSz="914400">
              <a:lnSpc>
                <a:spcPct val="100000"/>
              </a:lnSpc>
              <a:buNone/>
              <a:tabLst>
                <a:tab pos="0" algn="l"/>
              </a:tabLst>
              <a:defRPr lang="en-US" sz="1400" b="0" u="none" strike="noStrike">
                <a:solidFill>
                  <a:srgbClr val="FFFFFF"/>
                </a:solidFill>
                <a:effectLst/>
                <a:uFillTx/>
                <a:latin typeface="Noto Sans"/>
                <a:ea typeface="DejaVu Sans"/>
              </a:defRPr>
            </a:lvl1pPr>
          </a:lstStyle>
          <a:p>
            <a:pPr indent="0" algn="r" defTabSz="914400">
              <a:lnSpc>
                <a:spcPct val="100000"/>
              </a:lnSpc>
              <a:buNone/>
              <a:tabLst>
                <a:tab pos="0" algn="l"/>
              </a:tabLst>
            </a:pPr>
            <a:fld id="{22BA16EE-ECDA-4719-A3EC-A2E8CF13DA8D}" type="slidenum">
              <a:rPr lang="en-US" sz="1400" b="0" u="none" strike="noStrike">
                <a:solidFill>
                  <a:srgbClr val="FFFFFF"/>
                </a:solidFill>
                <a:effectLst/>
                <a:uFillTx/>
                <a:latin typeface="Noto Sans"/>
                <a:ea typeface="DejaVu Sans"/>
              </a:rPr>
              <a:t>&lt;number&gt;</a:t>
            </a:fld>
            <a:endParaRPr lang="en-US" sz="1400" b="0" u="none" strike="noStrike">
              <a:solidFill>
                <a:srgbClr val="000000"/>
              </a:solidFill>
              <a:effectLst/>
              <a:uFillTx/>
              <a:latin typeface="Times New Roman"/>
            </a:endParaRPr>
          </a:p>
        </p:txBody>
      </p:sp>
      <p:sp>
        <p:nvSpPr>
          <p:cNvPr id="79" name="PlaceHolder 5"/>
          <p:cNvSpPr>
            <a:spLocks noGrp="1"/>
          </p:cNvSpPr>
          <p:nvPr>
            <p:ph type="dt" idx="30"/>
          </p:nvPr>
        </p:nvSpPr>
        <p:spPr>
          <a:xfrm>
            <a:off x="504000" y="5328000"/>
            <a:ext cx="2346840" cy="242280"/>
          </a:xfrm>
          <a:prstGeom prst="rect">
            <a:avLst/>
          </a:prstGeom>
          <a:noFill/>
          <a:ln w="0">
            <a:noFill/>
          </a:ln>
        </p:spPr>
        <p:txBody>
          <a:bodyPr lIns="0" tIns="0" rIns="0" bIns="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3">
    <p:bg>
      <p:bgPr>
        <a:solidFill>
          <a:srgbClr val="FFFFFF"/>
        </a:solidFill>
      </p:bgPr>
    </p:bg>
    <p:spTree>
      <p:nvGrpSpPr>
        <p:cNvPr id="1" name=""/>
        <p:cNvGrpSpPr/>
        <p:nvPr/>
      </p:nvGrpSpPr>
      <p:grpSpPr>
        <a:xfrm>
          <a:off x="0" y="0"/>
          <a:ext cx="0" cy="0"/>
          <a:chOff x="0" y="0"/>
          <a:chExt cx="0" cy="0"/>
        </a:xfrm>
      </p:grpSpPr>
      <p:sp>
        <p:nvSpPr>
          <p:cNvPr id="80" name="Free-form: Shape 64"/>
          <p:cNvSpPr/>
          <p:nvPr/>
        </p:nvSpPr>
        <p:spPr>
          <a:xfrm>
            <a:off x="7611120" y="-360"/>
            <a:ext cx="2468520" cy="5670000"/>
          </a:xfrm>
          <a:custGeom>
            <a:avLst/>
            <a:gdLst>
              <a:gd name="textAreaLeft" fmla="*/ 0 w 2468520"/>
              <a:gd name="textAreaRight" fmla="*/ 2468880 w 2468520"/>
              <a:gd name="textAreaTop" fmla="*/ 0 h 5670000"/>
              <a:gd name="textAreaBottom" fmla="*/ 5670360 h 5670000"/>
            </a:gdLst>
            <a:ahLst/>
            <a:cxnLst/>
            <a:rect l="textAreaLeft" t="textAreaTop" r="textAreaRight" b="textAreaBottom"/>
            <a:pathLst>
              <a:path w="6858" h="15751">
                <a:moveTo>
                  <a:pt x="6858" y="0"/>
                </a:moveTo>
                <a:cubicBezTo>
                  <a:pt x="6858" y="5250"/>
                  <a:pt x="6858" y="10501"/>
                  <a:pt x="6858" y="15751"/>
                </a:cubicBezTo>
                <a:cubicBezTo>
                  <a:pt x="6181" y="15751"/>
                  <a:pt x="2286" y="15751"/>
                  <a:pt x="0" y="15751"/>
                </a:cubicBezTo>
                <a:cubicBezTo>
                  <a:pt x="2253" y="10501"/>
                  <a:pt x="4505" y="5250"/>
                  <a:pt x="6758" y="0"/>
                </a:cubicBezTo>
                <a:cubicBezTo>
                  <a:pt x="6791" y="0"/>
                  <a:pt x="6181" y="0"/>
                  <a:pt x="6858" y="0"/>
                </a:cubicBezTo>
                <a:close/>
              </a:path>
            </a:pathLst>
          </a:custGeom>
          <a:solidFill>
            <a:srgbClr val="0D84A1"/>
          </a:solidFill>
          <a:ln w="0">
            <a:noFill/>
          </a:ln>
        </p:spPr>
        <p:style>
          <a:lnRef idx="0"/>
          <a:fillRef idx="0"/>
          <a:effectRef idx="0"/>
          <a:fontRef idx="minor"/>
        </p:style>
        <p:txBody>
          <a:bodyPr lIns="0" tIns="0" rIns="0" bIns="0" anchor="ctr">
            <a:noAutofit/>
          </a:bodyPr>
          <a:p>
            <a:endParaRPr lang="en-US" sz="1800" b="0" u="none" strike="noStrike">
              <a:solidFill>
                <a:srgbClr val="FFFFFF"/>
              </a:solidFill>
              <a:effectLst/>
              <a:uFillTx/>
              <a:latin typeface="Noto Sans"/>
            </a:endParaRPr>
          </a:p>
        </p:txBody>
      </p:sp>
      <p:sp>
        <p:nvSpPr>
          <p:cNvPr id="81" name="Free-form: Shape 65"/>
          <p:cNvSpPr/>
          <p:nvPr/>
        </p:nvSpPr>
        <p:spPr>
          <a:xfrm>
            <a:off x="0" y="0"/>
            <a:ext cx="2468520" cy="5670000"/>
          </a:xfrm>
          <a:custGeom>
            <a:avLst/>
            <a:gdLst>
              <a:gd name="textAreaLeft" fmla="*/ 0 w 2468520"/>
              <a:gd name="textAreaRight" fmla="*/ 2468880 w 2468520"/>
              <a:gd name="textAreaTop" fmla="*/ 0 h 5670000"/>
              <a:gd name="textAreaBottom" fmla="*/ 5670360 h 5670000"/>
            </a:gdLst>
            <a:ahLst/>
            <a:cxnLst/>
            <a:rect l="textAreaLeft" t="textAreaTop" r="textAreaRight" b="textAreaBottom"/>
            <a:pathLst>
              <a:path w="6858" h="15751">
                <a:moveTo>
                  <a:pt x="0" y="15751"/>
                </a:moveTo>
                <a:cubicBezTo>
                  <a:pt x="0" y="10501"/>
                  <a:pt x="0" y="5250"/>
                  <a:pt x="0" y="0"/>
                </a:cubicBezTo>
                <a:cubicBezTo>
                  <a:pt x="677" y="0"/>
                  <a:pt x="4572" y="0"/>
                  <a:pt x="6858" y="0"/>
                </a:cubicBezTo>
                <a:cubicBezTo>
                  <a:pt x="4605" y="5250"/>
                  <a:pt x="2353" y="10501"/>
                  <a:pt x="100" y="15751"/>
                </a:cubicBezTo>
                <a:cubicBezTo>
                  <a:pt x="67" y="15751"/>
                  <a:pt x="677" y="15751"/>
                  <a:pt x="0" y="15751"/>
                </a:cubicBezTo>
                <a:close/>
              </a:path>
            </a:pathLst>
          </a:custGeom>
          <a:solidFill>
            <a:srgbClr val="0D84A1"/>
          </a:solidFill>
          <a:ln w="0">
            <a:noFill/>
          </a:ln>
        </p:spPr>
        <p:style>
          <a:lnRef idx="0"/>
          <a:fillRef idx="0"/>
          <a:effectRef idx="0"/>
          <a:fontRef idx="minor"/>
        </p:style>
        <p:txBody>
          <a:bodyPr lIns="0" tIns="0" rIns="0" bIns="0" anchor="ctr">
            <a:noAutofit/>
          </a:bodyPr>
          <a:p>
            <a:endParaRPr lang="en-US" sz="1800" b="0" u="none" strike="noStrike">
              <a:solidFill>
                <a:srgbClr val="FFFFFF"/>
              </a:solidFill>
              <a:effectLst/>
              <a:uFillTx/>
              <a:latin typeface="Noto Sans"/>
            </a:endParaRPr>
          </a:p>
        </p:txBody>
      </p:sp>
      <p:sp>
        <p:nvSpPr>
          <p:cNvPr id="82" name="PlaceHolder 1"/>
          <p:cNvSpPr>
            <a:spLocks noGrp="1"/>
          </p:cNvSpPr>
          <p:nvPr>
            <p:ph type="title"/>
          </p:nvPr>
        </p:nvSpPr>
        <p:spPr>
          <a:xfrm>
            <a:off x="720000" y="576000"/>
            <a:ext cx="8639640" cy="2519640"/>
          </a:xfrm>
          <a:prstGeom prst="rect">
            <a:avLst/>
          </a:prstGeom>
          <a:noFill/>
          <a:ln w="0">
            <a:noFill/>
          </a:ln>
        </p:spPr>
        <p:txBody>
          <a:bodyPr lIns="0" tIns="0" rIns="0" bIns="0" anchor="ctr">
            <a:normAutofit/>
          </a:bodyPr>
          <a:lstStyle>
            <a:lvl1pPr indent="0" algn="l" defTabSz="914400">
              <a:lnSpc>
                <a:spcPct val="90000"/>
              </a:lnSpc>
              <a:buNone/>
              <a:tabLst>
                <a:tab pos="0" algn="l"/>
              </a:tabLst>
              <a:defRPr lang="en-US" sz="5400" b="1" u="none" strike="noStrike">
                <a:solidFill>
                  <a:srgbClr val="FFFFFF"/>
                </a:solidFill>
                <a:effectLst/>
                <a:highlight>
                  <a:srgbClr val="0D84A1"/>
                </a:highlight>
                <a:uFillTx/>
                <a:latin typeface="Noto Sans"/>
              </a:defRPr>
            </a:lvl1pPr>
          </a:lstStyle>
          <a:p>
            <a:pPr indent="0" algn="l" defTabSz="914400">
              <a:lnSpc>
                <a:spcPct val="90000"/>
              </a:lnSpc>
              <a:buNone/>
              <a:tabLst>
                <a:tab pos="0" algn="l"/>
              </a:tabLst>
            </a:pPr>
            <a:r>
              <a:rPr lang="en-US" sz="5400" b="1" u="none" strike="noStrike">
                <a:solidFill>
                  <a:srgbClr val="FFFFFF"/>
                </a:solidFill>
                <a:effectLst/>
                <a:highlight>
                  <a:srgbClr val="0D84A1"/>
                </a:highlight>
                <a:uFillTx/>
                <a:latin typeface="Noto Sans"/>
              </a:rPr>
              <a:t>Click to edit the title text format</a:t>
            </a:r>
            <a:endParaRPr lang="en-US" sz="5400" b="1" u="none" strike="noStrike">
              <a:solidFill>
                <a:srgbClr val="FFFFFF"/>
              </a:solidFill>
              <a:effectLst/>
              <a:highlight>
                <a:srgbClr val="0D84A1"/>
              </a:highlight>
              <a:uFillTx/>
              <a:latin typeface="Noto Sans"/>
            </a:endParaRPr>
          </a:p>
        </p:txBody>
      </p:sp>
      <p:sp>
        <p:nvSpPr>
          <p:cNvPr id="83" name="PlaceHolder 2"/>
          <p:cNvSpPr>
            <a:spLocks noGrp="1"/>
          </p:cNvSpPr>
          <p:nvPr>
            <p:ph type="ftr" idx="31"/>
          </p:nvPr>
        </p:nvSpPr>
        <p:spPr>
          <a:xfrm>
            <a:off x="3420000" y="5328000"/>
            <a:ext cx="3239640" cy="242280"/>
          </a:xfrm>
          <a:prstGeom prst="rect">
            <a:avLst/>
          </a:prstGeom>
          <a:noFill/>
          <a:ln w="0">
            <a:noFill/>
          </a:ln>
        </p:spPr>
        <p:txBody>
          <a:bodyPr lIns="0" tIns="0" rIns="0" bIns="0" anchor="t">
            <a:noAutofit/>
          </a:bodyPr>
          <a:lstStyle>
            <a:lvl1pPr indent="0" algn="ctr" defTabSz="914400">
              <a:lnSpc>
                <a:spcPct val="100000"/>
              </a:lnSpc>
              <a:buNone/>
              <a:tabLst>
                <a:tab pos="0" algn="l"/>
              </a:tabLst>
              <a:defRPr lang="en-US" sz="1400" b="0" u="none" strike="noStrike">
                <a:solidFill>
                  <a:srgbClr val="000000"/>
                </a:solidFill>
                <a:effectLst/>
                <a:uFillTx/>
                <a:latin typeface="Noto Sans"/>
                <a:ea typeface="DejaVu Sans"/>
              </a:defRPr>
            </a:lvl1pPr>
          </a:lstStyle>
          <a:p>
            <a:pPr indent="0" algn="ctr" defTabSz="914400">
              <a:lnSpc>
                <a:spcPct val="100000"/>
              </a:lnSpc>
              <a:buNone/>
              <a:tabLst>
                <a:tab pos="0" algn="l"/>
              </a:tabLst>
            </a:pPr>
            <a:r>
              <a:rPr lang="en-US" sz="1400" b="0" u="none" strike="noStrike">
                <a:solidFill>
                  <a:srgbClr val="000000"/>
                </a:solidFill>
                <a:effectLst/>
                <a:uFillTx/>
                <a:latin typeface="Noto Sans"/>
                <a:ea typeface="DejaVu Sans"/>
              </a:rPr>
              <a:t>&lt;footer&gt;</a:t>
            </a:r>
            <a:endParaRPr lang="en-US" sz="1400" b="0" u="none" strike="noStrike">
              <a:solidFill>
                <a:srgbClr val="000000"/>
              </a:solidFill>
              <a:effectLst/>
              <a:uFillTx/>
              <a:latin typeface="Times New Roman"/>
            </a:endParaRPr>
          </a:p>
        </p:txBody>
      </p:sp>
      <p:sp>
        <p:nvSpPr>
          <p:cNvPr id="84" name="PlaceHolder 3"/>
          <p:cNvSpPr>
            <a:spLocks noGrp="1"/>
          </p:cNvSpPr>
          <p:nvPr>
            <p:ph type="sldNum" idx="32"/>
          </p:nvPr>
        </p:nvSpPr>
        <p:spPr>
          <a:xfrm>
            <a:off x="7228800" y="5328000"/>
            <a:ext cx="2346840" cy="242280"/>
          </a:xfrm>
          <a:prstGeom prst="rect">
            <a:avLst/>
          </a:prstGeom>
          <a:noFill/>
          <a:ln w="0">
            <a:noFill/>
          </a:ln>
        </p:spPr>
        <p:txBody>
          <a:bodyPr lIns="0" tIns="0" rIns="0" bIns="0" anchor="t">
            <a:noAutofit/>
          </a:bodyPr>
          <a:lstStyle>
            <a:lvl1pPr indent="0" algn="r" defTabSz="914400">
              <a:lnSpc>
                <a:spcPct val="100000"/>
              </a:lnSpc>
              <a:buNone/>
              <a:tabLst>
                <a:tab pos="0" algn="l"/>
              </a:tabLst>
              <a:defRPr lang="en-US" sz="1400" b="0" u="none" strike="noStrike">
                <a:solidFill>
                  <a:srgbClr val="FFFFFF"/>
                </a:solidFill>
                <a:effectLst/>
                <a:uFillTx/>
                <a:latin typeface="Noto Sans"/>
                <a:ea typeface="DejaVu Sans"/>
              </a:defRPr>
            </a:lvl1pPr>
          </a:lstStyle>
          <a:p>
            <a:pPr indent="0" algn="r" defTabSz="914400">
              <a:lnSpc>
                <a:spcPct val="100000"/>
              </a:lnSpc>
              <a:buNone/>
              <a:tabLst>
                <a:tab pos="0" algn="l"/>
              </a:tabLst>
            </a:pPr>
            <a:fld id="{D7C33569-AC90-4FD4-8A55-B54114F2A7D9}" type="slidenum">
              <a:rPr lang="en-US" sz="1400" b="0" u="none" strike="noStrike">
                <a:solidFill>
                  <a:srgbClr val="FFFFFF"/>
                </a:solidFill>
                <a:effectLst/>
                <a:uFillTx/>
                <a:latin typeface="Noto Sans"/>
                <a:ea typeface="DejaVu Sans"/>
              </a:rPr>
              <a:t>&lt;number&gt;</a:t>
            </a:fld>
            <a:endParaRPr lang="en-US" sz="1400" b="0" u="none" strike="noStrike">
              <a:solidFill>
                <a:srgbClr val="000000"/>
              </a:solidFill>
              <a:effectLst/>
              <a:uFillTx/>
              <a:latin typeface="Times New Roman"/>
            </a:endParaRPr>
          </a:p>
        </p:txBody>
      </p:sp>
      <p:sp>
        <p:nvSpPr>
          <p:cNvPr id="85" name="PlaceHolder 4"/>
          <p:cNvSpPr>
            <a:spLocks noGrp="1"/>
          </p:cNvSpPr>
          <p:nvPr>
            <p:ph type="dt" idx="33"/>
          </p:nvPr>
        </p:nvSpPr>
        <p:spPr>
          <a:xfrm>
            <a:off x="504000" y="5328000"/>
            <a:ext cx="2346840" cy="242280"/>
          </a:xfrm>
          <a:prstGeom prst="rect">
            <a:avLst/>
          </a:prstGeom>
          <a:noFill/>
          <a:ln w="0">
            <a:noFill/>
          </a:ln>
        </p:spPr>
        <p:txBody>
          <a:bodyPr lIns="0" tIns="0" rIns="0" bIns="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86"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lvl1pPr algn="l" defTabSz="914400">
              <a:lnSpc>
                <a:spcPct val="90000"/>
              </a:lnSpc>
              <a:spcBef>
                <a:spcPts val="1417"/>
              </a:spcBef>
              <a:buClr>
                <a:srgbClr val="000000"/>
              </a:buClr>
              <a:buSzPct val="45000"/>
              <a:buFont typeface="Wingdings" charset="2"/>
              <a:buChar char=""/>
              <a:defRPr lang="en-US" sz="3200" b="0" u="none" strike="noStrike">
                <a:solidFill>
                  <a:srgbClr val="000000"/>
                </a:solidFill>
                <a:effectLst/>
                <a:uFillTx/>
                <a:latin typeface="Noto Sans"/>
              </a:defRPr>
            </a:lvl1pPr>
            <a:lvl2pPr lvl="1" algn="l" defTabSz="914400">
              <a:lnSpc>
                <a:spcPct val="90000"/>
              </a:lnSpc>
              <a:spcBef>
                <a:spcPts val="1134"/>
              </a:spcBef>
              <a:buClr>
                <a:srgbClr val="000000"/>
              </a:buClr>
              <a:buSzPct val="75000"/>
              <a:buFont typeface="Symbol" charset="2"/>
              <a:buChar char=""/>
              <a:defRPr lang="en-US" sz="2800" b="0" u="none" strike="noStrike">
                <a:solidFill>
                  <a:srgbClr val="000000"/>
                </a:solidFill>
                <a:effectLst/>
                <a:uFillTx/>
                <a:latin typeface="Noto Sans"/>
              </a:defRPr>
            </a:lvl2pPr>
            <a:lvl3pPr lvl="2" algn="l" defTabSz="914400">
              <a:lnSpc>
                <a:spcPct val="90000"/>
              </a:lnSpc>
              <a:spcBef>
                <a:spcPts val="850"/>
              </a:spcBef>
              <a:buClr>
                <a:srgbClr val="000000"/>
              </a:buClr>
              <a:buSzPct val="45000"/>
              <a:buFont typeface="Wingdings" charset="2"/>
              <a:buChar char=""/>
              <a:defRPr lang="en-US" sz="2400" b="0" u="none" strike="noStrike">
                <a:solidFill>
                  <a:srgbClr val="000000"/>
                </a:solidFill>
                <a:effectLst/>
                <a:uFillTx/>
                <a:latin typeface="Noto Sans"/>
              </a:defRPr>
            </a:lvl3pPr>
            <a:lvl4pPr lvl="3" algn="l" defTabSz="914400">
              <a:lnSpc>
                <a:spcPct val="90000"/>
              </a:lnSpc>
              <a:spcBef>
                <a:spcPts val="567"/>
              </a:spcBef>
              <a:buClr>
                <a:srgbClr val="000000"/>
              </a:buClr>
              <a:buSzPct val="75000"/>
              <a:buFont typeface="Symbol" charset="2"/>
              <a:buChar char=""/>
              <a:defRPr lang="en-US" sz="2000" b="0" u="none" strike="noStrike">
                <a:solidFill>
                  <a:srgbClr val="000000"/>
                </a:solidFill>
                <a:effectLst/>
                <a:uFillTx/>
                <a:latin typeface="Noto Sans"/>
              </a:defRPr>
            </a:lvl4pPr>
            <a:lvl5pPr lvl="4" algn="l" defTabSz="914400">
              <a:lnSpc>
                <a:spcPct val="90000"/>
              </a:lnSpc>
              <a:spcBef>
                <a:spcPts val="283"/>
              </a:spcBef>
              <a:buClr>
                <a:srgbClr val="000000"/>
              </a:buClr>
              <a:buSzPct val="45000"/>
              <a:buFont typeface="Wingdings" charset="2"/>
              <a:buChar char=""/>
              <a:defRPr lang="en-US" sz="2000" b="0" u="none" strike="noStrike">
                <a:solidFill>
                  <a:srgbClr val="000000"/>
                </a:solidFill>
                <a:effectLst/>
                <a:uFillTx/>
                <a:latin typeface="Noto Sans"/>
              </a:defRPr>
            </a:lvl5pPr>
            <a:lvl6pPr lvl="5" algn="l" defTabSz="914400">
              <a:lnSpc>
                <a:spcPct val="90000"/>
              </a:lnSpc>
              <a:spcBef>
                <a:spcPts val="283"/>
              </a:spcBef>
              <a:buClr>
                <a:srgbClr val="000000"/>
              </a:buClr>
              <a:buSzPct val="45000"/>
              <a:buFont typeface="Wingdings" charset="2"/>
              <a:buChar char=""/>
              <a:defRPr lang="en-US" sz="2000" b="0" u="none" strike="noStrike">
                <a:solidFill>
                  <a:srgbClr val="000000"/>
                </a:solidFill>
                <a:effectLst/>
                <a:uFillTx/>
                <a:latin typeface="Noto Sans"/>
              </a:defRPr>
            </a:lvl6pPr>
            <a:lvl7pPr lvl="6" algn="l" defTabSz="914400">
              <a:lnSpc>
                <a:spcPct val="90000"/>
              </a:lnSpc>
              <a:spcBef>
                <a:spcPts val="283"/>
              </a:spcBef>
              <a:buClr>
                <a:srgbClr val="000000"/>
              </a:buClr>
              <a:buSzPct val="45000"/>
              <a:buFont typeface="Wingdings" charset="2"/>
              <a:buChar char=""/>
              <a:defRPr lang="en-US" sz="2000" b="0" u="none" strike="noStrike">
                <a:solidFill>
                  <a:srgbClr val="000000"/>
                </a:solidFill>
                <a:effectLst/>
                <a:uFillTx/>
                <a:latin typeface="Noto Sans"/>
              </a:defRPr>
            </a:lvl7pPr>
          </a:lstStyle>
          <a:p>
            <a:pPr marL="228600" indent="-228600" algn="l" defTabSz="914400">
              <a:lnSpc>
                <a:spcPct val="90000"/>
              </a:lnSpc>
              <a:spcBef>
                <a:spcPts val="1417"/>
              </a:spcBef>
              <a:buClr>
                <a:srgbClr val="000000"/>
              </a:buClr>
              <a:buSzPct val="45000"/>
              <a:buFont typeface="Wingdings" charset="2"/>
              <a:buChar char=""/>
            </a:pPr>
            <a:r>
              <a:rPr lang="en-US" sz="3200" b="0" u="none" strike="noStrike">
                <a:solidFill>
                  <a:srgbClr val="000000"/>
                </a:solidFill>
                <a:effectLst/>
                <a:uFillTx/>
                <a:latin typeface="Noto Sans"/>
              </a:rPr>
              <a:t>Click to edit the outline text format</a:t>
            </a:r>
            <a:endParaRPr lang="en-US" sz="3200" b="0" u="none" strike="noStrike">
              <a:solidFill>
                <a:srgbClr val="000000"/>
              </a:solidFill>
              <a:effectLst/>
              <a:uFillTx/>
              <a:latin typeface="Noto Sans"/>
            </a:endParaRPr>
          </a:p>
          <a:p>
            <a:pPr marL="864000" lvl="1" indent="-324000" algn="l" defTabSz="914400">
              <a:lnSpc>
                <a:spcPct val="90000"/>
              </a:lnSpc>
              <a:spcBef>
                <a:spcPts val="1134"/>
              </a:spcBef>
              <a:buClr>
                <a:srgbClr val="000000"/>
              </a:buClr>
              <a:buSzPct val="75000"/>
              <a:buFont typeface="Symbol" charset="2"/>
              <a:buChar char=""/>
            </a:pPr>
            <a:r>
              <a:rPr lang="en-US" sz="2800" b="0" u="none" strike="noStrike">
                <a:solidFill>
                  <a:srgbClr val="000000"/>
                </a:solidFill>
                <a:effectLst/>
                <a:uFillTx/>
                <a:latin typeface="Noto Sans"/>
              </a:rPr>
              <a:t>Second Outline Level</a:t>
            </a:r>
            <a:endParaRPr lang="en-US" sz="2800" b="0" u="none" strike="noStrike">
              <a:solidFill>
                <a:srgbClr val="000000"/>
              </a:solidFill>
              <a:effectLst/>
              <a:uFillTx/>
              <a:latin typeface="Noto Sans"/>
            </a:endParaRPr>
          </a:p>
          <a:p>
            <a:pPr marL="1296000" lvl="2" indent="-288000" algn="l" defTabSz="914400">
              <a:lnSpc>
                <a:spcPct val="90000"/>
              </a:lnSpc>
              <a:spcBef>
                <a:spcPts val="850"/>
              </a:spcBef>
              <a:buClr>
                <a:srgbClr val="000000"/>
              </a:buClr>
              <a:buSzPct val="45000"/>
              <a:buFont typeface="Wingdings" charset="2"/>
              <a:buChar char=""/>
            </a:pPr>
            <a:r>
              <a:rPr lang="en-US" sz="2400" b="0" u="none" strike="noStrike">
                <a:solidFill>
                  <a:srgbClr val="000000"/>
                </a:solidFill>
                <a:effectLst/>
                <a:uFillTx/>
                <a:latin typeface="Noto Sans"/>
              </a:rPr>
              <a:t>Third Outline Level</a:t>
            </a:r>
            <a:endParaRPr lang="en-US" sz="2400" b="0" u="none" strike="noStrike">
              <a:solidFill>
                <a:srgbClr val="000000"/>
              </a:solidFill>
              <a:effectLst/>
              <a:uFillTx/>
              <a:latin typeface="Noto Sans"/>
            </a:endParaRPr>
          </a:p>
          <a:p>
            <a:pPr marL="1728000" lvl="3" indent="-216000" algn="l" defTabSz="914400">
              <a:lnSpc>
                <a:spcPct val="90000"/>
              </a:lnSpc>
              <a:spcBef>
                <a:spcPts val="567"/>
              </a:spcBef>
              <a:buClr>
                <a:srgbClr val="000000"/>
              </a:buClr>
              <a:buSzPct val="75000"/>
              <a:buFont typeface="Symbol" charset="2"/>
              <a:buChar char=""/>
            </a:pPr>
            <a:r>
              <a:rPr lang="en-US" sz="2000" b="0" u="none" strike="noStrike">
                <a:solidFill>
                  <a:srgbClr val="000000"/>
                </a:solidFill>
                <a:effectLst/>
                <a:uFillTx/>
                <a:latin typeface="Noto Sans"/>
              </a:rPr>
              <a:t>Fourth Outline Level</a:t>
            </a:r>
            <a:endParaRPr lang="en-US" sz="2000" b="0" u="none" strike="noStrike">
              <a:solidFill>
                <a:srgbClr val="000000"/>
              </a:solidFill>
              <a:effectLst/>
              <a:uFillTx/>
              <a:latin typeface="Noto Sans"/>
            </a:endParaRPr>
          </a:p>
          <a:p>
            <a:pPr marL="2160000" lvl="4" indent="-216000" algn="l" defTabSz="914400">
              <a:lnSpc>
                <a:spcPct val="90000"/>
              </a:lnSpc>
              <a:spcBef>
                <a:spcPts val="283"/>
              </a:spcBef>
              <a:buClr>
                <a:srgbClr val="000000"/>
              </a:buClr>
              <a:buSzPct val="45000"/>
              <a:buFont typeface="Wingdings" charset="2"/>
              <a:buChar char=""/>
            </a:pPr>
            <a:r>
              <a:rPr lang="en-US" sz="2000" b="0" u="none" strike="noStrike">
                <a:solidFill>
                  <a:srgbClr val="000000"/>
                </a:solidFill>
                <a:effectLst/>
                <a:uFillTx/>
                <a:latin typeface="Noto Sans"/>
              </a:rPr>
              <a:t>Fifth Outline Level</a:t>
            </a:r>
            <a:endParaRPr lang="en-US" sz="2000" b="0" u="none" strike="noStrike">
              <a:solidFill>
                <a:srgbClr val="000000"/>
              </a:solidFill>
              <a:effectLst/>
              <a:uFillTx/>
              <a:latin typeface="Noto San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rgbClr val="000000"/>
                </a:solidFill>
                <a:effectLst/>
                <a:uFillTx/>
                <a:latin typeface="Noto Sans"/>
              </a:rPr>
              <a:t>Sixth Outline Level</a:t>
            </a:r>
            <a:endParaRPr lang="en-US" sz="2000" b="0" u="none" strike="noStrike">
              <a:solidFill>
                <a:srgbClr val="000000"/>
              </a:solidFill>
              <a:effectLst/>
              <a:uFillTx/>
              <a:latin typeface="Noto San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rgbClr val="000000"/>
                </a:solidFill>
                <a:effectLst/>
                <a:uFillTx/>
                <a:latin typeface="Noto Sans"/>
              </a:rPr>
              <a:t>Seventh Outline Level</a:t>
            </a:r>
            <a:endParaRPr lang="en-US" sz="2000" b="0" u="none" strike="noStrike">
              <a:solidFill>
                <a:srgbClr val="000000"/>
              </a:solidFill>
              <a:effectLst/>
              <a:uFillTx/>
              <a:latin typeface="Noto Sans"/>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able">
    <p:spTree>
      <p:nvGrpSpPr>
        <p:cNvPr id="1" name=""/>
        <p:cNvGrpSpPr/>
        <p:nvPr/>
      </p:nvGrpSpPr>
      <p:grpSpPr>
        <a:xfrm>
          <a:off x="0" y="0"/>
          <a:ext cx="0" cy="0"/>
          <a:chOff x="0" y="0"/>
          <a:chExt cx="0" cy="0"/>
        </a:xfrm>
      </p:grpSpPr>
      <p:sp>
        <p:nvSpPr>
          <p:cNvPr id="94" name="PlaceHolder 1"/>
          <p:cNvSpPr>
            <a:spLocks noGrp="1"/>
          </p:cNvSpPr>
          <p:nvPr>
            <p:ph type="title"/>
          </p:nvPr>
        </p:nvSpPr>
        <p:spPr>
          <a:xfrm>
            <a:off x="720000" y="576000"/>
            <a:ext cx="8639640" cy="251964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7200" b="1" u="none" strike="noStrike">
              <a:solidFill>
                <a:srgbClr val="FFFFFF"/>
              </a:solidFill>
              <a:effectLst/>
              <a:uFillTx/>
              <a:latin typeface="Noto Sans"/>
            </a:endParaRPr>
          </a:p>
        </p:txBody>
      </p:sp>
      <p:sp>
        <p:nvSpPr>
          <p:cNvPr id="95" name="PlaceHolder 2"/>
          <p:cNvSpPr>
            <a:spLocks noGrp="1"/>
          </p:cNvSpPr>
          <p:nvPr>
            <p:ph/>
          </p:nvPr>
        </p:nvSpPr>
        <p:spPr>
          <a:xfrm>
            <a:off x="720000" y="3312000"/>
            <a:ext cx="6839640" cy="1979640"/>
          </a:xfrm>
          <a:prstGeom prst="rect">
            <a:avLst/>
          </a:prstGeom>
          <a:noFill/>
          <a:ln w="0">
            <a:noFill/>
          </a:ln>
        </p:spPr>
        <p:txBody>
          <a:bodyPr lIns="0" tIns="0" rIns="0" bIns="0" anchor="t">
            <a:normAutofit/>
          </a:bodyPr>
          <a:p>
            <a:pPr indent="0" algn="l" defTabSz="914400">
              <a:lnSpc>
                <a:spcPct val="90000"/>
              </a:lnSpc>
              <a:spcBef>
                <a:spcPts val="1417"/>
              </a:spcBef>
              <a:buNone/>
            </a:pPr>
            <a:endParaRPr lang="en-US" sz="3200" b="0" u="none" strike="noStrike">
              <a:solidFill>
                <a:srgbClr val="FFFFFF"/>
              </a:solidFill>
              <a:effectLst/>
              <a:uFillTx/>
              <a:latin typeface="Noto Sans"/>
            </a:endParaRPr>
          </a:p>
        </p:txBody>
      </p:sp>
      <p:sp>
        <p:nvSpPr>
          <p:cNvPr id="4" name="PlaceHolder 3"/>
          <p:cNvSpPr>
            <a:spLocks noGrp="1"/>
          </p:cNvSpPr>
          <p:nvPr>
            <p:ph type="ftr" idx="34"/>
          </p:nvPr>
        </p:nvSpPr>
        <p:spPr/>
        <p:txBody>
          <a:bodyPr/>
          <a:p>
            <a:r>
              <a:t>Footer</a:t>
            </a:r>
          </a:p>
        </p:txBody>
      </p:sp>
      <p:sp>
        <p:nvSpPr>
          <p:cNvPr id="5" name="PlaceHolder 4"/>
          <p:cNvSpPr>
            <a:spLocks noGrp="1"/>
          </p:cNvSpPr>
          <p:nvPr>
            <p:ph type="sldNum" idx="35"/>
          </p:nvPr>
        </p:nvSpPr>
        <p:spPr/>
        <p:txBody>
          <a:bodyPr/>
          <a:p>
            <a:fld id="{6829FEFD-E94F-4D5B-A039-A5BB40C873EC}" type="slidenum">
              <a:t>&lt;#&gt;</a:t>
            </a:fld>
          </a:p>
        </p:txBody>
      </p:sp>
      <p:sp>
        <p:nvSpPr>
          <p:cNvPr id="6" name="PlaceHolder 5"/>
          <p:cNvSpPr>
            <a:spLocks noGrp="1"/>
          </p:cNvSpPr>
          <p:nvPr>
            <p:ph type="dt" idx="36"/>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eft Bar">
    <p:spTree>
      <p:nvGrpSpPr>
        <p:cNvPr id="1" name=""/>
        <p:cNvGrpSpPr/>
        <p:nvPr/>
      </p:nvGrpSpPr>
      <p:grpSpPr>
        <a:xfrm>
          <a:off x="0" y="0"/>
          <a:ext cx="0" cy="0"/>
          <a:chOff x="0" y="0"/>
          <a:chExt cx="0" cy="0"/>
        </a:xfrm>
      </p:grpSpPr>
      <p:sp>
        <p:nvSpPr>
          <p:cNvPr id="102" name="PlaceHolder 1"/>
          <p:cNvSpPr>
            <a:spLocks noGrp="1"/>
          </p:cNvSpPr>
          <p:nvPr>
            <p:ph type="title"/>
          </p:nvPr>
        </p:nvSpPr>
        <p:spPr>
          <a:xfrm>
            <a:off x="720000" y="576000"/>
            <a:ext cx="8639640" cy="251964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7200" b="1" u="none" strike="noStrike">
              <a:solidFill>
                <a:srgbClr val="FFFFFF"/>
              </a:solidFill>
              <a:effectLst/>
              <a:uFillTx/>
              <a:latin typeface="Noto Sans"/>
            </a:endParaRPr>
          </a:p>
        </p:txBody>
      </p:sp>
      <p:sp>
        <p:nvSpPr>
          <p:cNvPr id="103" name="PlaceHolder 2"/>
          <p:cNvSpPr>
            <a:spLocks noGrp="1"/>
          </p:cNvSpPr>
          <p:nvPr>
            <p:ph/>
          </p:nvPr>
        </p:nvSpPr>
        <p:spPr>
          <a:xfrm>
            <a:off x="720000" y="3312000"/>
            <a:ext cx="6839640" cy="1979640"/>
          </a:xfrm>
          <a:prstGeom prst="rect">
            <a:avLst/>
          </a:prstGeom>
          <a:noFill/>
          <a:ln w="0">
            <a:noFill/>
          </a:ln>
        </p:spPr>
        <p:txBody>
          <a:bodyPr lIns="0" tIns="0" rIns="0" bIns="0" anchor="t">
            <a:normAutofit/>
          </a:bodyPr>
          <a:p>
            <a:pPr indent="0" algn="l" defTabSz="914400">
              <a:lnSpc>
                <a:spcPct val="90000"/>
              </a:lnSpc>
              <a:spcBef>
                <a:spcPts val="1417"/>
              </a:spcBef>
              <a:buNone/>
            </a:pPr>
            <a:endParaRPr lang="en-US" sz="3200" b="0" u="none" strike="noStrike">
              <a:solidFill>
                <a:srgbClr val="FFFFFF"/>
              </a:solidFill>
              <a:effectLst/>
              <a:uFillTx/>
              <a:latin typeface="Noto Sans"/>
            </a:endParaRPr>
          </a:p>
        </p:txBody>
      </p:sp>
      <p:sp>
        <p:nvSpPr>
          <p:cNvPr id="4" name="PlaceHolder 3"/>
          <p:cNvSpPr>
            <a:spLocks noGrp="1"/>
          </p:cNvSpPr>
          <p:nvPr>
            <p:ph type="ftr" idx="37"/>
          </p:nvPr>
        </p:nvSpPr>
        <p:spPr/>
        <p:txBody>
          <a:bodyPr/>
          <a:p>
            <a:r>
              <a:t>Footer</a:t>
            </a:r>
          </a:p>
        </p:txBody>
      </p:sp>
      <p:sp>
        <p:nvSpPr>
          <p:cNvPr id="5" name="PlaceHolder 4"/>
          <p:cNvSpPr>
            <a:spLocks noGrp="1"/>
          </p:cNvSpPr>
          <p:nvPr>
            <p:ph type="sldNum" idx="38"/>
          </p:nvPr>
        </p:nvSpPr>
        <p:spPr/>
        <p:txBody>
          <a:bodyPr/>
          <a:p>
            <a:fld id="{599385BC-CEA4-473E-89CE-BD2ECF66585D}" type="slidenum">
              <a:t>&lt;#&gt;</a:t>
            </a:fld>
          </a:p>
        </p:txBody>
      </p:sp>
      <p:sp>
        <p:nvSpPr>
          <p:cNvPr id="6" name="PlaceHolder 5"/>
          <p:cNvSpPr>
            <a:spLocks noGrp="1"/>
          </p:cNvSpPr>
          <p:nvPr>
            <p:ph type="dt" idx="39"/>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Relationship Id="rId3" Type="http://schemas.openxmlformats.org/officeDocument/2006/relationships/slideLayout" Target="../slideLayouts/slideLayout4.xml"/>
</Relationships>
</file>

<file path=ppt/slideMasters/_rels/slideMaster4.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5.xml"/><Relationship Id="rId3" Type="http://schemas.openxmlformats.org/officeDocument/2006/relationships/slideLayout" Target="../slideLayouts/slideLayout6.xml"/>
</Relationships>
</file>

<file path=ppt/slideMasters/_rels/slideMaster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7.xml"/><Relationship Id="rId3" Type="http://schemas.openxmlformats.org/officeDocument/2006/relationships/slideLayout" Target="../slideLayouts/slideLayout8.xml"/>
</Relationships>
</file>

<file path=ppt/slideMasters/_rels/slideMaster8.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4.jpeg"/><Relationship Id="rId3" Type="http://schemas.openxmlformats.org/officeDocument/2006/relationships/image" Target="../media/image5.jpeg"/><Relationship Id="rId4" Type="http://schemas.openxmlformats.org/officeDocument/2006/relationships/slideLayout" Target="../slideLayouts/slideLayout9.xml"/>
</Relationships>
</file>

<file path=ppt/slideMasters/_rels/slideMaster9.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10.xml"/>
</Relationships>
</file>

<file path=ppt/slideMasters/_rels/slideMaster10.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11.xml"/>
</Relationships>
</file>

<file path=ppt/slideMasters/_rels/slideMaster11.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12.xml"/><Relationship Id="rId3" Type="http://schemas.openxmlformats.org/officeDocument/2006/relationships/slideLayout" Target="../slideLayouts/slideLayout13.xml"/>
</Relationships>
</file>

<file path=ppt/slideMasters/_rels/slideMaster13.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4.xml"/>
</Relationships>
</file>

<file path=ppt/slideMasters/_rels/slideMaster14.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Picture 1"/>
          <p:cNvPicPr/>
          <p:nvPr/>
        </p:nvPicPr>
        <p:blipFill>
          <a:blip r:embed="rId2"/>
          <a:stretch/>
        </p:blipFill>
        <p:spPr>
          <a:xfrm>
            <a:off x="0" y="0"/>
            <a:ext cx="10079640" cy="5669640"/>
          </a:xfrm>
          <a:prstGeom prst="rect">
            <a:avLst/>
          </a:prstGeom>
          <a:noFill/>
          <a:ln w="0">
            <a:noFill/>
          </a:ln>
        </p:spPr>
      </p:pic>
      <p:sp>
        <p:nvSpPr>
          <p:cNvPr id="3" name="PlaceHolder 1"/>
          <p:cNvSpPr>
            <a:spLocks noGrp="1"/>
          </p:cNvSpPr>
          <p:nvPr>
            <p:ph type="title"/>
          </p:nvPr>
        </p:nvSpPr>
        <p:spPr>
          <a:xfrm>
            <a:off x="720000" y="576000"/>
            <a:ext cx="8639640" cy="2519640"/>
          </a:xfrm>
          <a:prstGeom prst="rect">
            <a:avLst/>
          </a:prstGeom>
          <a:noFill/>
          <a:ln w="0">
            <a:noFill/>
          </a:ln>
        </p:spPr>
        <p:txBody>
          <a:bodyPr lIns="0" tIns="0" rIns="0" bIns="0" anchor="ctr">
            <a:normAutofit/>
          </a:bodyPr>
          <a:lstStyle>
            <a:lvl1pPr indent="0" algn="l" defTabSz="914400">
              <a:lnSpc>
                <a:spcPct val="90000"/>
              </a:lnSpc>
              <a:buNone/>
              <a:tabLst>
                <a:tab pos="0" algn="l"/>
              </a:tabLst>
              <a:defRPr lang="en-US" sz="7200" b="1" u="none" strike="noStrike">
                <a:solidFill>
                  <a:srgbClr val="FFFFFF"/>
                </a:solidFill>
                <a:effectLst/>
                <a:uFillTx/>
                <a:latin typeface="Noto Sans"/>
              </a:defRPr>
            </a:lvl1pPr>
          </a:lstStyle>
          <a:p>
            <a:pPr indent="0" algn="l" defTabSz="914400">
              <a:lnSpc>
                <a:spcPct val="90000"/>
              </a:lnSpc>
              <a:buNone/>
              <a:tabLst>
                <a:tab pos="0" algn="l"/>
              </a:tabLst>
            </a:pPr>
            <a:r>
              <a:rPr lang="en-US" sz="7200" b="1" u="none" strike="noStrike">
                <a:solidFill>
                  <a:srgbClr val="FFFFFF"/>
                </a:solidFill>
                <a:effectLst/>
                <a:uFillTx/>
                <a:latin typeface="Noto Sans"/>
              </a:rPr>
              <a:t>Click to edit the title text </a:t>
            </a:r>
            <a:r>
              <a:rPr lang="en-US" sz="7200" b="1" u="none" strike="noStrike">
                <a:solidFill>
                  <a:srgbClr val="FFFFFF"/>
                </a:solidFill>
                <a:effectLst/>
                <a:uFillTx/>
                <a:latin typeface="Noto Sans"/>
              </a:rPr>
              <a:t>format</a:t>
            </a:r>
            <a:endParaRPr lang="en-US" sz="7200" b="1" u="none" strike="noStrike">
              <a:solidFill>
                <a:srgbClr val="FFFFFF"/>
              </a:solidFill>
              <a:effectLst/>
              <a:uFillTx/>
              <a:latin typeface="Noto Sans"/>
            </a:endParaRPr>
          </a:p>
        </p:txBody>
      </p:sp>
      <p:sp>
        <p:nvSpPr>
          <p:cNvPr id="4" name="PlaceHolder 2"/>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lvl1pPr algn="l" defTabSz="914400">
              <a:lnSpc>
                <a:spcPct val="90000"/>
              </a:lnSpc>
              <a:spcBef>
                <a:spcPts val="1417"/>
              </a:spcBef>
              <a:buClr>
                <a:srgbClr val="FFFFFF"/>
              </a:buClr>
              <a:buSzPct val="45000"/>
              <a:buFont typeface="Wingdings" charset="2"/>
              <a:buChar char=""/>
              <a:defRPr lang="en-US" sz="3200" b="0" u="none" strike="noStrike">
                <a:solidFill>
                  <a:srgbClr val="FFFFFF"/>
                </a:solidFill>
                <a:effectLst/>
                <a:uFillTx/>
                <a:latin typeface="Noto Sans"/>
              </a:defRPr>
            </a:lvl1pPr>
            <a:lvl2pPr lvl="1" algn="l" defTabSz="914400">
              <a:lnSpc>
                <a:spcPct val="90000"/>
              </a:lnSpc>
              <a:spcBef>
                <a:spcPts val="1134"/>
              </a:spcBef>
              <a:buClr>
                <a:srgbClr val="000000"/>
              </a:buClr>
              <a:buSzPct val="75000"/>
              <a:buFont typeface="Symbol" charset="2"/>
              <a:buChar char=""/>
              <a:defRPr lang="en-US" sz="2800" b="0" u="none" strike="noStrike">
                <a:solidFill>
                  <a:srgbClr val="FFFFFF"/>
                </a:solidFill>
                <a:effectLst/>
                <a:uFillTx/>
                <a:latin typeface="Noto Sans"/>
              </a:defRPr>
            </a:lvl2pPr>
            <a:lvl3pPr lvl="2" algn="l" defTabSz="914400">
              <a:lnSpc>
                <a:spcPct val="90000"/>
              </a:lnSpc>
              <a:spcBef>
                <a:spcPts val="850"/>
              </a:spcBef>
              <a:buClr>
                <a:srgbClr val="000000"/>
              </a:buClr>
              <a:buSzPct val="45000"/>
              <a:buFont typeface="Wingdings" charset="2"/>
              <a:buChar char=""/>
              <a:defRPr lang="en-US" sz="2400" b="0" u="none" strike="noStrike">
                <a:solidFill>
                  <a:srgbClr val="FFFFFF"/>
                </a:solidFill>
                <a:effectLst/>
                <a:uFillTx/>
                <a:latin typeface="Noto Sans"/>
              </a:defRPr>
            </a:lvl3pPr>
            <a:lvl4pPr lvl="3" algn="l" defTabSz="914400">
              <a:lnSpc>
                <a:spcPct val="90000"/>
              </a:lnSpc>
              <a:spcBef>
                <a:spcPts val="567"/>
              </a:spcBef>
              <a:buClr>
                <a:srgbClr val="000000"/>
              </a:buClr>
              <a:buSzPct val="75000"/>
              <a:buFont typeface="Symbol" charset="2"/>
              <a:buChar char=""/>
              <a:defRPr lang="en-US" sz="2000" b="0" u="none" strike="noStrike">
                <a:solidFill>
                  <a:srgbClr val="FFFFFF"/>
                </a:solidFill>
                <a:effectLst/>
                <a:uFillTx/>
                <a:latin typeface="Noto Sans"/>
              </a:defRPr>
            </a:lvl4pPr>
            <a:lvl5pPr lvl="4" algn="l" defTabSz="914400">
              <a:lnSpc>
                <a:spcPct val="90000"/>
              </a:lnSpc>
              <a:spcBef>
                <a:spcPts val="283"/>
              </a:spcBef>
              <a:buClr>
                <a:srgbClr val="000000"/>
              </a:buClr>
              <a:buSzPct val="45000"/>
              <a:buFont typeface="Wingdings" charset="2"/>
              <a:buChar char=""/>
              <a:defRPr lang="en-US" sz="2000" b="0" u="none" strike="noStrike">
                <a:solidFill>
                  <a:srgbClr val="FFFFFF"/>
                </a:solidFill>
                <a:effectLst/>
                <a:uFillTx/>
                <a:latin typeface="Noto Sans"/>
              </a:defRPr>
            </a:lvl5pPr>
            <a:lvl6pPr lvl="5" algn="l" defTabSz="914400">
              <a:lnSpc>
                <a:spcPct val="90000"/>
              </a:lnSpc>
              <a:spcBef>
                <a:spcPts val="283"/>
              </a:spcBef>
              <a:buClr>
                <a:srgbClr val="000000"/>
              </a:buClr>
              <a:buSzPct val="45000"/>
              <a:buFont typeface="Wingdings" charset="2"/>
              <a:buChar char=""/>
              <a:defRPr lang="en-US" sz="2000" b="0" u="none" strike="noStrike">
                <a:solidFill>
                  <a:srgbClr val="FFFFFF"/>
                </a:solidFill>
                <a:effectLst/>
                <a:uFillTx/>
                <a:latin typeface="Noto Sans"/>
              </a:defRPr>
            </a:lvl6pPr>
            <a:lvl7pPr lvl="6" algn="l" defTabSz="914400">
              <a:lnSpc>
                <a:spcPct val="90000"/>
              </a:lnSpc>
              <a:spcBef>
                <a:spcPts val="283"/>
              </a:spcBef>
              <a:buClr>
                <a:srgbClr val="000000"/>
              </a:buClr>
              <a:buSzPct val="45000"/>
              <a:buFont typeface="Wingdings" charset="2"/>
              <a:buChar char=""/>
              <a:defRPr lang="en-US" sz="2000" b="0" u="none" strike="noStrike">
                <a:solidFill>
                  <a:srgbClr val="FFFFFF"/>
                </a:solidFill>
                <a:effectLst/>
                <a:uFillTx/>
                <a:latin typeface="Noto Sans"/>
              </a:defRPr>
            </a:lvl7pPr>
          </a:lstStyle>
          <a:p>
            <a:pPr marL="228600" indent="-228600" algn="l" defTabSz="914400">
              <a:lnSpc>
                <a:spcPct val="90000"/>
              </a:lnSpc>
              <a:spcBef>
                <a:spcPts val="1417"/>
              </a:spcBef>
              <a:buClr>
                <a:srgbClr val="FFFFFF"/>
              </a:buClr>
              <a:buSzPct val="45000"/>
              <a:buFont typeface="Wingdings" charset="2"/>
              <a:buChar char=""/>
            </a:pPr>
            <a:r>
              <a:rPr lang="en-US" sz="3200" b="0" u="none" strike="noStrike">
                <a:solidFill>
                  <a:srgbClr val="FFFFFF"/>
                </a:solidFill>
                <a:effectLst/>
                <a:uFillTx/>
                <a:latin typeface="Noto Sans"/>
              </a:rPr>
              <a:t>Click to edit the outline text format</a:t>
            </a:r>
            <a:endParaRPr lang="en-US" sz="3200" b="0" u="none" strike="noStrike">
              <a:solidFill>
                <a:srgbClr val="FFFFFF"/>
              </a:solidFill>
              <a:effectLst/>
              <a:uFillTx/>
              <a:latin typeface="Noto Sans"/>
            </a:endParaRPr>
          </a:p>
          <a:p>
            <a:pPr marL="864000" lvl="1" indent="-324000" algn="l" defTabSz="914400">
              <a:lnSpc>
                <a:spcPct val="90000"/>
              </a:lnSpc>
              <a:spcBef>
                <a:spcPts val="1134"/>
              </a:spcBef>
              <a:buClr>
                <a:srgbClr val="000000"/>
              </a:buClr>
              <a:buSzPct val="75000"/>
              <a:buFont typeface="Symbol" charset="2"/>
              <a:buChar char=""/>
            </a:pPr>
            <a:r>
              <a:rPr lang="en-US" sz="2800" b="0" u="none" strike="noStrike">
                <a:solidFill>
                  <a:srgbClr val="FFFFFF"/>
                </a:solidFill>
                <a:effectLst/>
                <a:uFillTx/>
                <a:latin typeface="Noto Sans"/>
              </a:rPr>
              <a:t>Second Outline Level</a:t>
            </a:r>
            <a:endParaRPr lang="en-US" sz="2800" b="0" u="none" strike="noStrike">
              <a:solidFill>
                <a:srgbClr val="FFFFFF"/>
              </a:solidFill>
              <a:effectLst/>
              <a:uFillTx/>
              <a:latin typeface="Noto Sans"/>
            </a:endParaRPr>
          </a:p>
          <a:p>
            <a:pPr marL="1296000" lvl="2" indent="-288000" algn="l" defTabSz="914400">
              <a:lnSpc>
                <a:spcPct val="90000"/>
              </a:lnSpc>
              <a:spcBef>
                <a:spcPts val="850"/>
              </a:spcBef>
              <a:buClr>
                <a:srgbClr val="000000"/>
              </a:buClr>
              <a:buSzPct val="45000"/>
              <a:buFont typeface="Wingdings" charset="2"/>
              <a:buChar char=""/>
            </a:pPr>
            <a:r>
              <a:rPr lang="en-US" sz="2400" b="0" u="none" strike="noStrike">
                <a:solidFill>
                  <a:srgbClr val="FFFFFF"/>
                </a:solidFill>
                <a:effectLst/>
                <a:uFillTx/>
                <a:latin typeface="Noto Sans"/>
              </a:rPr>
              <a:t>Third Outline Level</a:t>
            </a:r>
            <a:endParaRPr lang="en-US" sz="2400" b="0" u="none" strike="noStrike">
              <a:solidFill>
                <a:srgbClr val="FFFFFF"/>
              </a:solidFill>
              <a:effectLst/>
              <a:uFillTx/>
              <a:latin typeface="Noto Sans"/>
            </a:endParaRPr>
          </a:p>
          <a:p>
            <a:pPr marL="1728000" lvl="3" indent="-216000" algn="l" defTabSz="914400">
              <a:lnSpc>
                <a:spcPct val="90000"/>
              </a:lnSpc>
              <a:spcBef>
                <a:spcPts val="567"/>
              </a:spcBef>
              <a:buClr>
                <a:srgbClr val="000000"/>
              </a:buClr>
              <a:buSzPct val="75000"/>
              <a:buFont typeface="Symbol" charset="2"/>
              <a:buChar char=""/>
            </a:pPr>
            <a:r>
              <a:rPr lang="en-US" sz="2000" b="0" u="none" strike="noStrike">
                <a:solidFill>
                  <a:srgbClr val="FFFFFF"/>
                </a:solidFill>
                <a:effectLst/>
                <a:uFillTx/>
                <a:latin typeface="Noto Sans"/>
              </a:rPr>
              <a:t>Fourth Outline Level</a:t>
            </a:r>
            <a:endParaRPr lang="en-US" sz="2000" b="0" u="none" strike="noStrike">
              <a:solidFill>
                <a:srgbClr val="FFFFFF"/>
              </a:solidFill>
              <a:effectLst/>
              <a:uFillTx/>
              <a:latin typeface="Noto Sans"/>
            </a:endParaRPr>
          </a:p>
          <a:p>
            <a:pPr marL="2160000" lvl="4" indent="-216000" algn="l" defTabSz="914400">
              <a:lnSpc>
                <a:spcPct val="90000"/>
              </a:lnSpc>
              <a:spcBef>
                <a:spcPts val="283"/>
              </a:spcBef>
              <a:buClr>
                <a:srgbClr val="000000"/>
              </a:buClr>
              <a:buSzPct val="45000"/>
              <a:buFont typeface="Wingdings" charset="2"/>
              <a:buChar char=""/>
            </a:pPr>
            <a:r>
              <a:rPr lang="en-US" sz="2000" b="0" u="none" strike="noStrike">
                <a:solidFill>
                  <a:srgbClr val="FFFFFF"/>
                </a:solidFill>
                <a:effectLst/>
                <a:uFillTx/>
                <a:latin typeface="Noto Sans"/>
              </a:rPr>
              <a:t>Fifth Outline Level</a:t>
            </a:r>
            <a:endParaRPr lang="en-US" sz="2000" b="0" u="none" strike="noStrike">
              <a:solidFill>
                <a:srgbClr val="FFFFFF"/>
              </a:solidFill>
              <a:effectLst/>
              <a:uFillTx/>
              <a:latin typeface="Noto San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rgbClr val="FFFFFF"/>
                </a:solidFill>
                <a:effectLst/>
                <a:uFillTx/>
                <a:latin typeface="Noto Sans"/>
              </a:rPr>
              <a:t>Sixth Outline Level</a:t>
            </a:r>
            <a:endParaRPr lang="en-US" sz="2000" b="0" u="none" strike="noStrike">
              <a:solidFill>
                <a:srgbClr val="FFFFFF"/>
              </a:solidFill>
              <a:effectLst/>
              <a:uFillTx/>
              <a:latin typeface="Noto San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rgbClr val="FFFFFF"/>
                </a:solidFill>
                <a:effectLst/>
                <a:uFillTx/>
                <a:latin typeface="Noto Sans"/>
              </a:rPr>
              <a:t>Seventh Outline Level</a:t>
            </a:r>
            <a:endParaRPr lang="en-US" sz="2000" b="0" u="none" strike="noStrike">
              <a:solidFill>
                <a:srgbClr val="FFFFFF"/>
              </a:solidFill>
              <a:effectLst/>
              <a:uFillTx/>
              <a:latin typeface="Noto Sans"/>
            </a:endParaRPr>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2"/>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2"/>
    <p:sldLayoutId id="2147483656"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8" r:id="rId2"/>
    <p:sldLayoutId id="2147483659"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8" name="Picture 39"/>
          <p:cNvPicPr/>
          <p:nvPr/>
        </p:nvPicPr>
        <p:blipFill>
          <a:blip r:embed="rId2"/>
          <a:stretch/>
        </p:blipFill>
        <p:spPr>
          <a:xfrm>
            <a:off x="5976000" y="3475440"/>
            <a:ext cx="4103640" cy="2193480"/>
          </a:xfrm>
          <a:prstGeom prst="rect">
            <a:avLst/>
          </a:prstGeom>
          <a:noFill/>
          <a:ln w="0">
            <a:noFill/>
          </a:ln>
        </p:spPr>
      </p:pic>
      <p:pic>
        <p:nvPicPr>
          <p:cNvPr id="49" name="Picture 40"/>
          <p:cNvPicPr/>
          <p:nvPr/>
        </p:nvPicPr>
        <p:blipFill>
          <a:blip r:embed="rId3"/>
          <a:stretch/>
        </p:blipFill>
        <p:spPr>
          <a:xfrm>
            <a:off x="5976000" y="0"/>
            <a:ext cx="2742840" cy="2010960"/>
          </a:xfrm>
          <a:prstGeom prst="rect">
            <a:avLst/>
          </a:prstGeom>
          <a:noFill/>
          <a:ln w="0">
            <a:noFill/>
          </a:ln>
        </p:spPr>
      </p:pic>
      <p:sp>
        <p:nvSpPr>
          <p:cNvPr id="50" name="PlaceHolder 1"/>
          <p:cNvSpPr>
            <a:spLocks noGrp="1"/>
          </p:cNvSpPr>
          <p:nvPr>
            <p:ph type="title"/>
          </p:nvPr>
        </p:nvSpPr>
        <p:spPr>
          <a:xfrm>
            <a:off x="720000" y="576000"/>
            <a:ext cx="8639640" cy="2519640"/>
          </a:xfrm>
          <a:prstGeom prst="rect">
            <a:avLst/>
          </a:prstGeom>
          <a:noFill/>
          <a:ln w="0">
            <a:noFill/>
          </a:ln>
        </p:spPr>
        <p:txBody>
          <a:bodyPr lIns="0" tIns="0" rIns="0" bIns="0" anchor="ctr">
            <a:normAutofit/>
          </a:bodyPr>
          <a:lstStyle>
            <a:lvl1pPr indent="0" algn="l" defTabSz="914400">
              <a:lnSpc>
                <a:spcPct val="90000"/>
              </a:lnSpc>
              <a:buNone/>
              <a:tabLst>
                <a:tab pos="0" algn="l"/>
              </a:tabLst>
              <a:defRPr lang="en-US" sz="4400" b="1" u="none" strike="noStrike">
                <a:solidFill>
                  <a:srgbClr val="0D84A1"/>
                </a:solidFill>
                <a:effectLst/>
                <a:uFillTx/>
                <a:latin typeface="Noto Sans"/>
              </a:defRPr>
            </a:lvl1pPr>
          </a:lstStyle>
          <a:p>
            <a:pPr indent="0" algn="l" defTabSz="914400">
              <a:lnSpc>
                <a:spcPct val="90000"/>
              </a:lnSpc>
              <a:buNone/>
              <a:tabLst>
                <a:tab pos="0" algn="l"/>
              </a:tabLst>
            </a:pPr>
            <a:r>
              <a:rPr lang="en-US" sz="4400" b="1" u="none" strike="noStrike">
                <a:solidFill>
                  <a:srgbClr val="0D84A1"/>
                </a:solidFill>
                <a:effectLst/>
                <a:uFillTx/>
                <a:latin typeface="Noto Sans"/>
              </a:rPr>
              <a:t>Click to edit the title text format</a:t>
            </a:r>
            <a:endParaRPr lang="en-US" sz="4400" b="1" u="none" strike="noStrike">
              <a:solidFill>
                <a:srgbClr val="0D84A1"/>
              </a:solidFill>
              <a:effectLst/>
              <a:uFillTx/>
              <a:latin typeface="Noto Sans"/>
            </a:endParaRPr>
          </a:p>
        </p:txBody>
      </p:sp>
      <p:sp>
        <p:nvSpPr>
          <p:cNvPr id="51" name="PlaceHolder 2"/>
          <p:cNvSpPr>
            <a:spLocks noGrp="1"/>
          </p:cNvSpPr>
          <p:nvPr>
            <p:ph type="body"/>
          </p:nvPr>
        </p:nvSpPr>
        <p:spPr>
          <a:xfrm>
            <a:off x="720000" y="3312000"/>
            <a:ext cx="6839640" cy="1979640"/>
          </a:xfrm>
          <a:prstGeom prst="rect">
            <a:avLst/>
          </a:prstGeom>
          <a:noFill/>
          <a:ln w="0">
            <a:noFill/>
          </a:ln>
        </p:spPr>
        <p:txBody>
          <a:bodyPr lIns="0" tIns="0" rIns="0" bIns="0" anchor="t">
            <a:normAutofit fontScale="62500" lnSpcReduction="19999"/>
          </a:bodyPr>
          <a:lstStyle>
            <a:lvl1pPr algn="l" defTabSz="914400">
              <a:lnSpc>
                <a:spcPct val="90000"/>
              </a:lnSpc>
              <a:spcBef>
                <a:spcPts val="1417"/>
              </a:spcBef>
              <a:buClr>
                <a:srgbClr val="666666"/>
              </a:buClr>
              <a:buSzPct val="45000"/>
              <a:buFont typeface="Wingdings" charset="2"/>
              <a:buChar char=""/>
              <a:defRPr lang="en-US" sz="3200" b="0" u="none" strike="noStrike">
                <a:solidFill>
                  <a:srgbClr val="666666"/>
                </a:solidFill>
                <a:effectLst/>
                <a:uFillTx/>
                <a:latin typeface="Noto Sans"/>
              </a:defRPr>
            </a:lvl1pPr>
            <a:lvl2pPr lvl="1" algn="l" defTabSz="914400">
              <a:lnSpc>
                <a:spcPct val="90000"/>
              </a:lnSpc>
              <a:spcBef>
                <a:spcPts val="1134"/>
              </a:spcBef>
              <a:buClr>
                <a:srgbClr val="000000"/>
              </a:buClr>
              <a:buSzPct val="75000"/>
              <a:buFont typeface="Symbol" charset="2"/>
              <a:buChar char=""/>
              <a:defRPr lang="en-US" sz="3200" b="0" u="none" strike="noStrike">
                <a:solidFill>
                  <a:srgbClr val="666666"/>
                </a:solidFill>
                <a:effectLst/>
                <a:uFillTx/>
                <a:latin typeface="Noto Sans"/>
              </a:defRPr>
            </a:lvl2pPr>
            <a:lvl3pPr lvl="2" algn="l" defTabSz="914400">
              <a:lnSpc>
                <a:spcPct val="90000"/>
              </a:lnSpc>
              <a:spcBef>
                <a:spcPts val="850"/>
              </a:spcBef>
              <a:buClr>
                <a:srgbClr val="000000"/>
              </a:buClr>
              <a:buSzPct val="45000"/>
              <a:buFont typeface="Wingdings" charset="2"/>
              <a:buChar char=""/>
              <a:defRPr lang="en-US" sz="3200" b="0" u="none" strike="noStrike">
                <a:solidFill>
                  <a:srgbClr val="666666"/>
                </a:solidFill>
                <a:effectLst/>
                <a:uFillTx/>
                <a:latin typeface="Noto Sans"/>
              </a:defRPr>
            </a:lvl3pPr>
            <a:lvl4pPr lvl="3" algn="l" defTabSz="914400">
              <a:lnSpc>
                <a:spcPct val="90000"/>
              </a:lnSpc>
              <a:spcBef>
                <a:spcPts val="567"/>
              </a:spcBef>
              <a:buClr>
                <a:srgbClr val="000000"/>
              </a:buClr>
              <a:buSzPct val="75000"/>
              <a:buFont typeface="Symbol" charset="2"/>
              <a:buChar char=""/>
              <a:defRPr lang="en-US" sz="3200" b="0" u="none" strike="noStrike">
                <a:solidFill>
                  <a:srgbClr val="666666"/>
                </a:solidFill>
                <a:effectLst/>
                <a:uFillTx/>
                <a:latin typeface="Noto Sans"/>
              </a:defRPr>
            </a:lvl4pPr>
            <a:lvl5pPr lvl="4"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5pPr>
            <a:lvl6pPr lvl="5"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6pPr>
            <a:lvl7pPr lvl="6"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7pPr>
          </a:lstStyle>
          <a:p>
            <a:pPr indent="-228600" algn="l" defTabSz="914400">
              <a:lnSpc>
                <a:spcPct val="90000"/>
              </a:lnSpc>
              <a:spcBef>
                <a:spcPts val="1417"/>
              </a:spcBef>
              <a:buClr>
                <a:srgbClr val="666666"/>
              </a:buClr>
              <a:buSzPct val="45000"/>
              <a:buFont typeface="Wingdings" charset="2"/>
              <a:buChar char=""/>
            </a:pPr>
            <a:r>
              <a:rPr lang="en-US" sz="3200" b="0" u="none" strike="noStrike">
                <a:solidFill>
                  <a:srgbClr val="666666"/>
                </a:solidFill>
                <a:effectLst/>
                <a:uFillTx/>
                <a:latin typeface="Noto Sans"/>
              </a:rPr>
              <a:t>Click to edit the outline text format</a:t>
            </a:r>
            <a:endParaRPr lang="en-US" sz="3200" b="0" u="none" strike="noStrike">
              <a:solidFill>
                <a:srgbClr val="666666"/>
              </a:solidFill>
              <a:effectLst/>
              <a:uFillTx/>
              <a:latin typeface="Noto Sans"/>
            </a:endParaRPr>
          </a:p>
          <a:p>
            <a:pPr marL="457200" lvl="1" indent="-324000" algn="l" defTabSz="914400">
              <a:lnSpc>
                <a:spcPct val="90000"/>
              </a:lnSpc>
              <a:spcBef>
                <a:spcPts val="1134"/>
              </a:spcBef>
              <a:buClr>
                <a:srgbClr val="000000"/>
              </a:buClr>
              <a:buSzPct val="75000"/>
              <a:buFont typeface="Symbol" charset="2"/>
              <a:buChar char=""/>
            </a:pPr>
            <a:r>
              <a:rPr lang="en-US" sz="3200" b="0" u="none" strike="noStrike">
                <a:solidFill>
                  <a:srgbClr val="666666"/>
                </a:solidFill>
                <a:effectLst/>
                <a:uFillTx/>
                <a:latin typeface="Noto Sans"/>
              </a:rPr>
              <a:t>Second Outline Level</a:t>
            </a:r>
            <a:endParaRPr lang="en-US" sz="3200" b="0" u="none" strike="noStrike">
              <a:solidFill>
                <a:srgbClr val="666666"/>
              </a:solidFill>
              <a:effectLst/>
              <a:uFillTx/>
              <a:latin typeface="Noto Sans"/>
            </a:endParaRPr>
          </a:p>
          <a:p>
            <a:pPr marL="914400" lvl="2" indent="-288000" algn="l" defTabSz="914400">
              <a:lnSpc>
                <a:spcPct val="90000"/>
              </a:lnSpc>
              <a:spcBef>
                <a:spcPts val="850"/>
              </a:spcBef>
              <a:buClr>
                <a:srgbClr val="000000"/>
              </a:buClr>
              <a:buSzPct val="45000"/>
              <a:buFont typeface="Wingdings" charset="2"/>
              <a:buChar char=""/>
            </a:pPr>
            <a:r>
              <a:rPr lang="en-US" sz="3200" b="0" u="none" strike="noStrike">
                <a:solidFill>
                  <a:srgbClr val="666666"/>
                </a:solidFill>
                <a:effectLst/>
                <a:uFillTx/>
                <a:latin typeface="Noto Sans"/>
              </a:rPr>
              <a:t>Third Outline Level</a:t>
            </a:r>
            <a:endParaRPr lang="en-US" sz="3200" b="0" u="none" strike="noStrike">
              <a:solidFill>
                <a:srgbClr val="666666"/>
              </a:solidFill>
              <a:effectLst/>
              <a:uFillTx/>
              <a:latin typeface="Noto Sans"/>
            </a:endParaRPr>
          </a:p>
          <a:p>
            <a:pPr marL="1371600" lvl="3" indent="-216000" algn="l" defTabSz="914400">
              <a:lnSpc>
                <a:spcPct val="90000"/>
              </a:lnSpc>
              <a:spcBef>
                <a:spcPts val="567"/>
              </a:spcBef>
              <a:buClr>
                <a:srgbClr val="000000"/>
              </a:buClr>
              <a:buSzPct val="75000"/>
              <a:buFont typeface="Symbol" charset="2"/>
              <a:buChar char=""/>
            </a:pPr>
            <a:r>
              <a:rPr lang="en-US" sz="3200" b="0" u="none" strike="noStrike">
                <a:solidFill>
                  <a:srgbClr val="666666"/>
                </a:solidFill>
                <a:effectLst/>
                <a:uFillTx/>
                <a:latin typeface="Noto Sans"/>
              </a:rPr>
              <a:t>Fourth Outline Level</a:t>
            </a:r>
            <a:endParaRPr lang="en-US" sz="3200" b="0" u="none" strike="noStrike">
              <a:solidFill>
                <a:srgbClr val="666666"/>
              </a:solidFill>
              <a:effectLst/>
              <a:uFillTx/>
              <a:latin typeface="Noto Sans"/>
            </a:endParaRPr>
          </a:p>
          <a:p>
            <a:pPr marL="1828800" lvl="4"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Fifth Outline Level</a:t>
            </a:r>
            <a:endParaRPr lang="en-US" sz="3200" b="0" u="none" strike="noStrike">
              <a:solidFill>
                <a:srgbClr val="666666"/>
              </a:solidFill>
              <a:effectLst/>
              <a:uFillTx/>
              <a:latin typeface="Noto Sans"/>
            </a:endParaRPr>
          </a:p>
          <a:p>
            <a:pPr marL="2286000" lvl="5"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Sixth Outline Level</a:t>
            </a:r>
            <a:endParaRPr lang="en-US" sz="3200" b="0" u="none" strike="noStrike">
              <a:solidFill>
                <a:srgbClr val="666666"/>
              </a:solidFill>
              <a:effectLst/>
              <a:uFillTx/>
              <a:latin typeface="Noto Sans"/>
            </a:endParaRPr>
          </a:p>
          <a:p>
            <a:pPr marL="2743200" lvl="6"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Seventh Outline Level</a:t>
            </a:r>
            <a:endParaRPr lang="en-US" sz="3200" b="0" u="none" strike="noStrike">
              <a:solidFill>
                <a:srgbClr val="666666"/>
              </a:solidFill>
              <a:effectLst/>
              <a:uFillTx/>
              <a:latin typeface="Noto Sans"/>
            </a:endParaRPr>
          </a:p>
        </p:txBody>
      </p:sp>
      <p:sp>
        <p:nvSpPr>
          <p:cNvPr id="52" name="PlaceHolder 3"/>
          <p:cNvSpPr>
            <a:spLocks noGrp="1"/>
          </p:cNvSpPr>
          <p:nvPr>
            <p:ph type="ftr" idx="19"/>
          </p:nvPr>
        </p:nvSpPr>
        <p:spPr>
          <a:xfrm>
            <a:off x="3420000" y="5328000"/>
            <a:ext cx="3239640" cy="242280"/>
          </a:xfrm>
          <a:prstGeom prst="rect">
            <a:avLst/>
          </a:prstGeom>
          <a:noFill/>
          <a:ln w="0">
            <a:noFill/>
          </a:ln>
        </p:spPr>
        <p:txBody>
          <a:bodyPr lIns="0" tIns="0" rIns="0" bIns="0" anchor="t">
            <a:noAutofit/>
          </a:bodyPr>
          <a:lstStyle>
            <a:lvl1pPr indent="0" algn="ctr" defTabSz="914400">
              <a:lnSpc>
                <a:spcPct val="100000"/>
              </a:lnSpc>
              <a:buNone/>
              <a:tabLst>
                <a:tab pos="0" algn="l"/>
              </a:tabLst>
              <a:defRPr lang="en-US" sz="1400" b="0" u="none" strike="noStrike">
                <a:solidFill>
                  <a:srgbClr val="000000"/>
                </a:solidFill>
                <a:effectLst/>
                <a:uFillTx/>
                <a:latin typeface="Noto Sans"/>
                <a:ea typeface="DejaVu Sans"/>
              </a:defRPr>
            </a:lvl1pPr>
          </a:lstStyle>
          <a:p>
            <a:pPr indent="0" algn="ctr" defTabSz="914400">
              <a:lnSpc>
                <a:spcPct val="100000"/>
              </a:lnSpc>
              <a:buNone/>
              <a:tabLst>
                <a:tab pos="0" algn="l"/>
              </a:tabLst>
            </a:pPr>
            <a:r>
              <a:rPr lang="en-US" sz="1400" b="0" u="none" strike="noStrike">
                <a:solidFill>
                  <a:srgbClr val="000000"/>
                </a:solidFill>
                <a:effectLst/>
                <a:uFillTx/>
                <a:latin typeface="Noto Sans"/>
                <a:ea typeface="DejaVu Sans"/>
              </a:rPr>
              <a:t>&lt;footer&gt;</a:t>
            </a:r>
            <a:endParaRPr lang="en-US" sz="1400" b="0" u="none" strike="noStrike">
              <a:solidFill>
                <a:srgbClr val="000000"/>
              </a:solidFill>
              <a:effectLst/>
              <a:uFillTx/>
              <a:latin typeface="Times New Roman"/>
            </a:endParaRPr>
          </a:p>
        </p:txBody>
      </p:sp>
      <p:sp>
        <p:nvSpPr>
          <p:cNvPr id="53" name="PlaceHolder 4"/>
          <p:cNvSpPr>
            <a:spLocks noGrp="1"/>
          </p:cNvSpPr>
          <p:nvPr>
            <p:ph type="sldNum" idx="20"/>
          </p:nvPr>
        </p:nvSpPr>
        <p:spPr>
          <a:xfrm>
            <a:off x="7228800" y="5328000"/>
            <a:ext cx="2346840" cy="242280"/>
          </a:xfrm>
          <a:prstGeom prst="rect">
            <a:avLst/>
          </a:prstGeom>
          <a:noFill/>
          <a:ln w="0">
            <a:noFill/>
          </a:ln>
        </p:spPr>
        <p:txBody>
          <a:bodyPr lIns="0" tIns="0" rIns="0" bIns="0" anchor="t">
            <a:noAutofit/>
          </a:bodyPr>
          <a:lstStyle>
            <a:lvl1pPr indent="0" algn="r" defTabSz="914400">
              <a:lnSpc>
                <a:spcPct val="100000"/>
              </a:lnSpc>
              <a:buNone/>
              <a:tabLst>
                <a:tab pos="0" algn="l"/>
              </a:tabLst>
              <a:defRPr lang="en-US" sz="1400" b="0" u="none" strike="noStrike">
                <a:solidFill>
                  <a:srgbClr val="000000"/>
                </a:solidFill>
                <a:effectLst/>
                <a:uFillTx/>
                <a:latin typeface="Noto Sans"/>
                <a:ea typeface="DejaVu Sans"/>
              </a:defRPr>
            </a:lvl1pPr>
          </a:lstStyle>
          <a:p>
            <a:pPr indent="0" algn="r" defTabSz="914400">
              <a:lnSpc>
                <a:spcPct val="100000"/>
              </a:lnSpc>
              <a:buNone/>
              <a:tabLst>
                <a:tab pos="0" algn="l"/>
              </a:tabLst>
            </a:pPr>
            <a:fld id="{F65ECC6E-FD9B-4A96-B922-8E2000FD6AD7}" type="slidenum">
              <a:rPr lang="en-US" sz="1400" b="0" u="none" strike="noStrike">
                <a:solidFill>
                  <a:srgbClr val="000000"/>
                </a:solidFill>
                <a:effectLst/>
                <a:uFillTx/>
                <a:latin typeface="Noto Sans"/>
                <a:ea typeface="DejaVu Sans"/>
              </a:rPr>
              <a:t>&lt;number&gt;</a:t>
            </a:fld>
            <a:endParaRPr lang="en-US" sz="1400" b="0" u="none" strike="noStrike">
              <a:solidFill>
                <a:srgbClr val="000000"/>
              </a:solidFill>
              <a:effectLst/>
              <a:uFillTx/>
              <a:latin typeface="Times New Roman"/>
            </a:endParaRPr>
          </a:p>
        </p:txBody>
      </p:sp>
      <p:sp>
        <p:nvSpPr>
          <p:cNvPr id="54" name="PlaceHolder 5"/>
          <p:cNvSpPr>
            <a:spLocks noGrp="1"/>
          </p:cNvSpPr>
          <p:nvPr>
            <p:ph type="dt" idx="21"/>
          </p:nvPr>
        </p:nvSpPr>
        <p:spPr>
          <a:xfrm>
            <a:off x="504000" y="5328000"/>
            <a:ext cx="2346840" cy="242280"/>
          </a:xfrm>
          <a:prstGeom prst="rect">
            <a:avLst/>
          </a:prstGeom>
          <a:noFill/>
          <a:ln w="0">
            <a:noFill/>
          </a:ln>
        </p:spPr>
        <p:txBody>
          <a:bodyPr lIns="0" tIns="0" rIns="0" bIns="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1" r:id="rId4"/>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84A1"/>
        </a:solidFill>
      </p:bgPr>
    </p:bg>
    <p:spTree>
      <p:nvGrpSpPr>
        <p:cNvPr id="1" name=""/>
        <p:cNvGrpSpPr/>
        <p:nvPr/>
      </p:nvGrpSpPr>
      <p:grpSpPr>
        <a:xfrm>
          <a:off x="0" y="0"/>
          <a:ext cx="0" cy="0"/>
          <a:chOff x="0" y="0"/>
          <a:chExt cx="0" cy="0"/>
        </a:xfrm>
      </p:grpSpPr>
      <p:sp>
        <p:nvSpPr>
          <p:cNvPr id="57" name="Rectangle 48"/>
          <p:cNvSpPr/>
          <p:nvPr/>
        </p:nvSpPr>
        <p:spPr>
          <a:xfrm>
            <a:off x="0" y="360000"/>
            <a:ext cx="3599640" cy="575640"/>
          </a:xfrm>
          <a:prstGeom prst="rect">
            <a:avLst/>
          </a:prstGeom>
          <a:solidFill>
            <a:srgbClr val="FFFFFF"/>
          </a:solidFill>
          <a:ln w="0">
            <a:noFill/>
          </a:ln>
        </p:spPr>
        <p:style>
          <a:lnRef idx="0"/>
          <a:fillRef idx="0"/>
          <a:effectRef idx="0"/>
          <a:fontRef idx="minor"/>
        </p:style>
        <p:txBody>
          <a:bodyPr wrap="none" lIns="0" tIns="0" rIns="0" bIns="0" anchor="ctr">
            <a:noAutofit/>
          </a:bodyPr>
          <a:p>
            <a:endParaRPr lang="en-US" sz="1800" b="0" u="none" strike="noStrike">
              <a:solidFill>
                <a:srgbClr val="000000"/>
              </a:solidFill>
              <a:effectLst/>
              <a:uFillTx/>
              <a:latin typeface="Noto Sans"/>
            </a:endParaRPr>
          </a:p>
        </p:txBody>
      </p:sp>
      <p:sp>
        <p:nvSpPr>
          <p:cNvPr id="58" name="PlaceHolder 1"/>
          <p:cNvSpPr>
            <a:spLocks noGrp="1"/>
          </p:cNvSpPr>
          <p:nvPr>
            <p:ph type="title"/>
          </p:nvPr>
        </p:nvSpPr>
        <p:spPr>
          <a:xfrm>
            <a:off x="720000" y="576000"/>
            <a:ext cx="8639640" cy="2519640"/>
          </a:xfrm>
          <a:prstGeom prst="rect">
            <a:avLst/>
          </a:prstGeom>
          <a:noFill/>
          <a:ln w="0">
            <a:noFill/>
          </a:ln>
        </p:spPr>
        <p:txBody>
          <a:bodyPr lIns="0" tIns="0" rIns="0" bIns="0" anchor="ctr">
            <a:normAutofit/>
          </a:bodyPr>
          <a:lstStyle>
            <a:lvl1pPr indent="0" algn="l" defTabSz="914400">
              <a:lnSpc>
                <a:spcPct val="90000"/>
              </a:lnSpc>
              <a:buNone/>
              <a:tabLst>
                <a:tab pos="0" algn="l"/>
              </a:tabLst>
              <a:defRPr lang="en-US" sz="3200" b="1" u="none" strike="noStrike">
                <a:solidFill>
                  <a:srgbClr val="0D84A1"/>
                </a:solidFill>
                <a:effectLst/>
                <a:uFillTx/>
                <a:latin typeface="Noto Sans"/>
              </a:defRPr>
            </a:lvl1pPr>
          </a:lstStyle>
          <a:p>
            <a:pPr indent="0" algn="l" defTabSz="914400">
              <a:lnSpc>
                <a:spcPct val="90000"/>
              </a:lnSpc>
              <a:buNone/>
              <a:tabLst>
                <a:tab pos="0" algn="l"/>
              </a:tabLst>
            </a:pPr>
            <a:r>
              <a:rPr lang="en-US" sz="3200" b="1" u="none" strike="noStrike">
                <a:solidFill>
                  <a:srgbClr val="0D84A1"/>
                </a:solidFill>
                <a:effectLst/>
                <a:uFillTx/>
                <a:latin typeface="Noto Sans"/>
              </a:rPr>
              <a:t>Click to edit the title text format</a:t>
            </a:r>
            <a:endParaRPr lang="en-US" sz="3200" b="1" u="none" strike="noStrike">
              <a:solidFill>
                <a:srgbClr val="0D84A1"/>
              </a:solidFill>
              <a:effectLst/>
              <a:uFillTx/>
              <a:latin typeface="Noto Sans"/>
            </a:endParaRPr>
          </a:p>
        </p:txBody>
      </p:sp>
      <p:sp>
        <p:nvSpPr>
          <p:cNvPr id="59" name="PlaceHolder 2"/>
          <p:cNvSpPr>
            <a:spLocks noGrp="1"/>
          </p:cNvSpPr>
          <p:nvPr>
            <p:ph type="body"/>
          </p:nvPr>
        </p:nvSpPr>
        <p:spPr>
          <a:xfrm>
            <a:off x="720000" y="3312000"/>
            <a:ext cx="6839640" cy="1979640"/>
          </a:xfrm>
          <a:prstGeom prst="rect">
            <a:avLst/>
          </a:prstGeom>
          <a:noFill/>
          <a:ln w="0">
            <a:noFill/>
          </a:ln>
        </p:spPr>
        <p:txBody>
          <a:bodyPr lIns="0" tIns="0" rIns="0" bIns="0" anchor="t">
            <a:normAutofit fontScale="62500" lnSpcReduction="19999"/>
          </a:bodyPr>
          <a:lstStyle>
            <a:lvl1pPr algn="l" defTabSz="914400">
              <a:lnSpc>
                <a:spcPct val="90000"/>
              </a:lnSpc>
              <a:spcBef>
                <a:spcPts val="1417"/>
              </a:spcBef>
              <a:buClr>
                <a:srgbClr val="FFFFFF"/>
              </a:buClr>
              <a:buSzPct val="45000"/>
              <a:buFont typeface="Wingdings" charset="2"/>
              <a:buChar char=""/>
              <a:defRPr lang="en-US" sz="3200" b="0" u="none" strike="noStrike">
                <a:solidFill>
                  <a:srgbClr val="FFFFFF"/>
                </a:solidFill>
                <a:effectLst/>
                <a:uFillTx/>
                <a:latin typeface="Noto Sans"/>
              </a:defRPr>
            </a:lvl1pPr>
            <a:lvl2pPr lvl="1" algn="l" defTabSz="914400">
              <a:lnSpc>
                <a:spcPct val="90000"/>
              </a:lnSpc>
              <a:spcBef>
                <a:spcPts val="1134"/>
              </a:spcBef>
              <a:buClr>
                <a:srgbClr val="FFFFFF"/>
              </a:buClr>
              <a:buSzPct val="75000"/>
              <a:buFont typeface="Symbol" charset="2"/>
              <a:buChar char=""/>
              <a:defRPr lang="en-US" sz="3200" b="0" u="none" strike="noStrike">
                <a:solidFill>
                  <a:srgbClr val="FFFFFF"/>
                </a:solidFill>
                <a:effectLst/>
                <a:uFillTx/>
                <a:latin typeface="Noto Sans"/>
              </a:defRPr>
            </a:lvl2pPr>
            <a:lvl3pPr lvl="2" algn="l" defTabSz="914400">
              <a:lnSpc>
                <a:spcPct val="90000"/>
              </a:lnSpc>
              <a:spcBef>
                <a:spcPts val="850"/>
              </a:spcBef>
              <a:buClr>
                <a:srgbClr val="FFFFFF"/>
              </a:buClr>
              <a:buSzPct val="45000"/>
              <a:buFont typeface="Wingdings" charset="2"/>
              <a:buChar char=""/>
              <a:defRPr lang="en-US" sz="3200" b="0" u="none" strike="noStrike">
                <a:solidFill>
                  <a:srgbClr val="FFFFFF"/>
                </a:solidFill>
                <a:effectLst/>
                <a:uFillTx/>
                <a:latin typeface="Noto Sans"/>
              </a:defRPr>
            </a:lvl3pPr>
            <a:lvl4pPr lvl="3" algn="l" defTabSz="914400">
              <a:lnSpc>
                <a:spcPct val="90000"/>
              </a:lnSpc>
              <a:spcBef>
                <a:spcPts val="567"/>
              </a:spcBef>
              <a:buClr>
                <a:srgbClr val="FFFFFF"/>
              </a:buClr>
              <a:buSzPct val="75000"/>
              <a:buFont typeface="Symbol" charset="2"/>
              <a:buChar char=""/>
              <a:defRPr lang="en-US" sz="3200" b="0" u="none" strike="noStrike">
                <a:solidFill>
                  <a:srgbClr val="FFFFFF"/>
                </a:solidFill>
                <a:effectLst/>
                <a:uFillTx/>
                <a:latin typeface="Noto Sans"/>
              </a:defRPr>
            </a:lvl4pPr>
            <a:lvl5pPr lvl="4" algn="l" defTabSz="914400">
              <a:lnSpc>
                <a:spcPct val="90000"/>
              </a:lnSpc>
              <a:spcBef>
                <a:spcPts val="283"/>
              </a:spcBef>
              <a:buClr>
                <a:srgbClr val="FFFFFF"/>
              </a:buClr>
              <a:buSzPct val="45000"/>
              <a:buFont typeface="Wingdings" charset="2"/>
              <a:buChar char=""/>
              <a:defRPr lang="en-US" sz="3200" b="0" u="none" strike="noStrike">
                <a:solidFill>
                  <a:srgbClr val="FFFFFF"/>
                </a:solidFill>
                <a:effectLst/>
                <a:uFillTx/>
                <a:latin typeface="Noto Sans"/>
              </a:defRPr>
            </a:lvl5pPr>
            <a:lvl6pPr lvl="5" algn="l" defTabSz="914400">
              <a:lnSpc>
                <a:spcPct val="90000"/>
              </a:lnSpc>
              <a:spcBef>
                <a:spcPts val="283"/>
              </a:spcBef>
              <a:buClr>
                <a:srgbClr val="FFFFFF"/>
              </a:buClr>
              <a:buSzPct val="45000"/>
              <a:buFont typeface="Wingdings" charset="2"/>
              <a:buChar char=""/>
              <a:defRPr lang="en-US" sz="3200" b="0" u="none" strike="noStrike">
                <a:solidFill>
                  <a:srgbClr val="FFFFFF"/>
                </a:solidFill>
                <a:effectLst/>
                <a:uFillTx/>
                <a:latin typeface="Noto Sans"/>
              </a:defRPr>
            </a:lvl6pPr>
            <a:lvl7pPr lvl="6" algn="l" defTabSz="914400">
              <a:lnSpc>
                <a:spcPct val="90000"/>
              </a:lnSpc>
              <a:spcBef>
                <a:spcPts val="283"/>
              </a:spcBef>
              <a:buClr>
                <a:srgbClr val="FFFFFF"/>
              </a:buClr>
              <a:buSzPct val="45000"/>
              <a:buFont typeface="Wingdings" charset="2"/>
              <a:buChar char=""/>
              <a:defRPr lang="en-US" sz="3200" b="0" u="none" strike="noStrike">
                <a:solidFill>
                  <a:srgbClr val="FFFFFF"/>
                </a:solidFill>
                <a:effectLst/>
                <a:uFillTx/>
                <a:latin typeface="Noto Sans"/>
              </a:defRPr>
            </a:lvl7pPr>
          </a:lstStyle>
          <a:p>
            <a:pPr indent="-228600" algn="l" defTabSz="914400">
              <a:lnSpc>
                <a:spcPct val="90000"/>
              </a:lnSpc>
              <a:spcBef>
                <a:spcPts val="1417"/>
              </a:spcBef>
              <a:buClr>
                <a:srgbClr val="FFFFFF"/>
              </a:buClr>
              <a:buSzPct val="45000"/>
              <a:buFont typeface="Wingdings" charset="2"/>
              <a:buChar char=""/>
            </a:pPr>
            <a:r>
              <a:rPr lang="en-US" sz="3200" b="0" u="none" strike="noStrike">
                <a:solidFill>
                  <a:srgbClr val="FFFFFF"/>
                </a:solidFill>
                <a:effectLst/>
                <a:uFillTx/>
                <a:latin typeface="Noto Sans"/>
              </a:rPr>
              <a:t>Click to edit the outline text format</a:t>
            </a:r>
            <a:endParaRPr lang="en-US" sz="3200" b="0" u="none" strike="noStrike">
              <a:solidFill>
                <a:srgbClr val="FFFFFF"/>
              </a:solidFill>
              <a:effectLst/>
              <a:uFillTx/>
              <a:latin typeface="Noto Sans"/>
            </a:endParaRPr>
          </a:p>
          <a:p>
            <a:pPr marL="457200" lvl="1" indent="-324000" algn="l" defTabSz="914400">
              <a:lnSpc>
                <a:spcPct val="90000"/>
              </a:lnSpc>
              <a:spcBef>
                <a:spcPts val="1134"/>
              </a:spcBef>
              <a:buClr>
                <a:srgbClr val="FFFFFF"/>
              </a:buClr>
              <a:buSzPct val="75000"/>
              <a:buFont typeface="Symbol" charset="2"/>
              <a:buChar char=""/>
            </a:pPr>
            <a:r>
              <a:rPr lang="en-US" sz="3200" b="0" u="none" strike="noStrike">
                <a:solidFill>
                  <a:srgbClr val="FFFFFF"/>
                </a:solidFill>
                <a:effectLst/>
                <a:uFillTx/>
                <a:latin typeface="Noto Sans"/>
              </a:rPr>
              <a:t>Second Outline Level</a:t>
            </a:r>
            <a:endParaRPr lang="en-US" sz="3200" b="0" u="none" strike="noStrike">
              <a:solidFill>
                <a:srgbClr val="FFFFFF"/>
              </a:solidFill>
              <a:effectLst/>
              <a:uFillTx/>
              <a:latin typeface="Noto Sans"/>
            </a:endParaRPr>
          </a:p>
          <a:p>
            <a:pPr marL="914400" lvl="2" indent="-288000" algn="l" defTabSz="914400">
              <a:lnSpc>
                <a:spcPct val="90000"/>
              </a:lnSpc>
              <a:spcBef>
                <a:spcPts val="850"/>
              </a:spcBef>
              <a:buClr>
                <a:srgbClr val="FFFFFF"/>
              </a:buClr>
              <a:buSzPct val="45000"/>
              <a:buFont typeface="Wingdings" charset="2"/>
              <a:buChar char=""/>
            </a:pPr>
            <a:r>
              <a:rPr lang="en-US" sz="3200" b="0" u="none" strike="noStrike">
                <a:solidFill>
                  <a:srgbClr val="FFFFFF"/>
                </a:solidFill>
                <a:effectLst/>
                <a:uFillTx/>
                <a:latin typeface="Noto Sans"/>
              </a:rPr>
              <a:t>Third Outline Level</a:t>
            </a:r>
            <a:endParaRPr lang="en-US" sz="3200" b="0" u="none" strike="noStrike">
              <a:solidFill>
                <a:srgbClr val="FFFFFF"/>
              </a:solidFill>
              <a:effectLst/>
              <a:uFillTx/>
              <a:latin typeface="Noto Sans"/>
            </a:endParaRPr>
          </a:p>
          <a:p>
            <a:pPr marL="1371600" lvl="3" indent="-216000" algn="l" defTabSz="914400">
              <a:lnSpc>
                <a:spcPct val="90000"/>
              </a:lnSpc>
              <a:spcBef>
                <a:spcPts val="567"/>
              </a:spcBef>
              <a:buClr>
                <a:srgbClr val="FFFFFF"/>
              </a:buClr>
              <a:buSzPct val="75000"/>
              <a:buFont typeface="Symbol" charset="2"/>
              <a:buChar char=""/>
            </a:pPr>
            <a:r>
              <a:rPr lang="en-US" sz="3200" b="0" u="none" strike="noStrike">
                <a:solidFill>
                  <a:srgbClr val="FFFFFF"/>
                </a:solidFill>
                <a:effectLst/>
                <a:uFillTx/>
                <a:latin typeface="Noto Sans"/>
              </a:rPr>
              <a:t>Fourth Outline Level</a:t>
            </a:r>
            <a:endParaRPr lang="en-US" sz="3200" b="0" u="none" strike="noStrike">
              <a:solidFill>
                <a:srgbClr val="FFFFFF"/>
              </a:solidFill>
              <a:effectLst/>
              <a:uFillTx/>
              <a:latin typeface="Noto Sans"/>
            </a:endParaRPr>
          </a:p>
          <a:p>
            <a:pPr marL="1828800" lvl="4" indent="-216000" algn="l" defTabSz="914400">
              <a:lnSpc>
                <a:spcPct val="90000"/>
              </a:lnSpc>
              <a:spcBef>
                <a:spcPts val="283"/>
              </a:spcBef>
              <a:buClr>
                <a:srgbClr val="FFFFFF"/>
              </a:buClr>
              <a:buSzPct val="45000"/>
              <a:buFont typeface="Wingdings" charset="2"/>
              <a:buChar char=""/>
            </a:pPr>
            <a:r>
              <a:rPr lang="en-US" sz="3200" b="0" u="none" strike="noStrike">
                <a:solidFill>
                  <a:srgbClr val="FFFFFF"/>
                </a:solidFill>
                <a:effectLst/>
                <a:uFillTx/>
                <a:latin typeface="Noto Sans"/>
              </a:rPr>
              <a:t>Fifth Outline Level</a:t>
            </a:r>
            <a:endParaRPr lang="en-US" sz="3200" b="0" u="none" strike="noStrike">
              <a:solidFill>
                <a:srgbClr val="FFFFFF"/>
              </a:solidFill>
              <a:effectLst/>
              <a:uFillTx/>
              <a:latin typeface="Noto Sans"/>
            </a:endParaRPr>
          </a:p>
          <a:p>
            <a:pPr marL="2286000" lvl="5" indent="-216000" algn="l" defTabSz="914400">
              <a:lnSpc>
                <a:spcPct val="90000"/>
              </a:lnSpc>
              <a:spcBef>
                <a:spcPts val="283"/>
              </a:spcBef>
              <a:buClr>
                <a:srgbClr val="FFFFFF"/>
              </a:buClr>
              <a:buSzPct val="45000"/>
              <a:buFont typeface="Wingdings" charset="2"/>
              <a:buChar char=""/>
            </a:pPr>
            <a:r>
              <a:rPr lang="en-US" sz="3200" b="0" u="none" strike="noStrike">
                <a:solidFill>
                  <a:srgbClr val="FFFFFF"/>
                </a:solidFill>
                <a:effectLst/>
                <a:uFillTx/>
                <a:latin typeface="Noto Sans"/>
              </a:rPr>
              <a:t>Sixth Outline Level</a:t>
            </a:r>
            <a:endParaRPr lang="en-US" sz="3200" b="0" u="none" strike="noStrike">
              <a:solidFill>
                <a:srgbClr val="FFFFFF"/>
              </a:solidFill>
              <a:effectLst/>
              <a:uFillTx/>
              <a:latin typeface="Noto Sans"/>
            </a:endParaRPr>
          </a:p>
          <a:p>
            <a:pPr marL="2743200" lvl="6" indent="-216000" algn="l" defTabSz="914400">
              <a:lnSpc>
                <a:spcPct val="90000"/>
              </a:lnSpc>
              <a:spcBef>
                <a:spcPts val="283"/>
              </a:spcBef>
              <a:buClr>
                <a:srgbClr val="FFFFFF"/>
              </a:buClr>
              <a:buSzPct val="45000"/>
              <a:buFont typeface="Wingdings" charset="2"/>
              <a:buChar char=""/>
            </a:pPr>
            <a:r>
              <a:rPr lang="en-US" sz="3200" b="0" u="none" strike="noStrike">
                <a:solidFill>
                  <a:srgbClr val="FFFFFF"/>
                </a:solidFill>
                <a:effectLst/>
                <a:uFillTx/>
                <a:latin typeface="Noto Sans"/>
              </a:rPr>
              <a:t>Seventh Outline Level</a:t>
            </a:r>
            <a:endParaRPr lang="en-US" sz="3200" b="0" u="none" strike="noStrike">
              <a:solidFill>
                <a:srgbClr val="FFFFFF"/>
              </a:solidFill>
              <a:effectLst/>
              <a:uFillTx/>
              <a:latin typeface="Noto Sans"/>
            </a:endParaRPr>
          </a:p>
        </p:txBody>
      </p:sp>
      <p:sp>
        <p:nvSpPr>
          <p:cNvPr id="60" name="PlaceHolder 3"/>
          <p:cNvSpPr>
            <a:spLocks noGrp="1"/>
          </p:cNvSpPr>
          <p:nvPr>
            <p:ph type="ftr" idx="22"/>
          </p:nvPr>
        </p:nvSpPr>
        <p:spPr>
          <a:xfrm>
            <a:off x="3420000" y="5328000"/>
            <a:ext cx="3239640" cy="242280"/>
          </a:xfrm>
          <a:prstGeom prst="rect">
            <a:avLst/>
          </a:prstGeom>
          <a:noFill/>
          <a:ln w="0">
            <a:noFill/>
          </a:ln>
        </p:spPr>
        <p:txBody>
          <a:bodyPr lIns="0" tIns="0" rIns="0" bIns="0" anchor="t">
            <a:noAutofit/>
          </a:bodyPr>
          <a:lstStyle>
            <a:lvl1pPr indent="0" algn="ctr" defTabSz="914400">
              <a:lnSpc>
                <a:spcPct val="100000"/>
              </a:lnSpc>
              <a:buNone/>
              <a:tabLst>
                <a:tab pos="0" algn="l"/>
              </a:tabLst>
              <a:defRPr lang="en-US" sz="1400" b="0" u="none" strike="noStrike">
                <a:solidFill>
                  <a:srgbClr val="FFFFFF"/>
                </a:solidFill>
                <a:effectLst/>
                <a:uFillTx/>
                <a:latin typeface="Noto Sans"/>
                <a:ea typeface="DejaVu Sans"/>
              </a:defRPr>
            </a:lvl1pPr>
          </a:lstStyle>
          <a:p>
            <a:pPr indent="0" algn="ctr" defTabSz="914400">
              <a:lnSpc>
                <a:spcPct val="100000"/>
              </a:lnSpc>
              <a:buNone/>
              <a:tabLst>
                <a:tab pos="0" algn="l"/>
              </a:tabLst>
            </a:pPr>
            <a:r>
              <a:rPr lang="en-US" sz="1400" b="0" u="none" strike="noStrike">
                <a:solidFill>
                  <a:srgbClr val="FFFFFF"/>
                </a:solidFill>
                <a:effectLst/>
                <a:uFillTx/>
                <a:latin typeface="Noto Sans"/>
                <a:ea typeface="DejaVu Sans"/>
              </a:rPr>
              <a:t>&lt;footer&gt;</a:t>
            </a:r>
            <a:endParaRPr lang="en-US" sz="1400" b="0" u="none" strike="noStrike">
              <a:solidFill>
                <a:srgbClr val="FFFFFF"/>
              </a:solidFill>
              <a:effectLst/>
              <a:uFillTx/>
              <a:latin typeface="Times New Roman"/>
            </a:endParaRPr>
          </a:p>
        </p:txBody>
      </p:sp>
      <p:sp>
        <p:nvSpPr>
          <p:cNvPr id="61" name="PlaceHolder 4"/>
          <p:cNvSpPr>
            <a:spLocks noGrp="1"/>
          </p:cNvSpPr>
          <p:nvPr>
            <p:ph type="sldNum" idx="23"/>
          </p:nvPr>
        </p:nvSpPr>
        <p:spPr>
          <a:xfrm>
            <a:off x="7228800" y="5328000"/>
            <a:ext cx="2346840" cy="242280"/>
          </a:xfrm>
          <a:prstGeom prst="rect">
            <a:avLst/>
          </a:prstGeom>
          <a:noFill/>
          <a:ln w="0">
            <a:noFill/>
          </a:ln>
        </p:spPr>
        <p:txBody>
          <a:bodyPr lIns="0" tIns="0" rIns="0" bIns="0" anchor="t">
            <a:noAutofit/>
          </a:bodyPr>
          <a:lstStyle>
            <a:lvl1pPr indent="0" algn="r" defTabSz="914400">
              <a:lnSpc>
                <a:spcPct val="100000"/>
              </a:lnSpc>
              <a:buNone/>
              <a:tabLst>
                <a:tab pos="0" algn="l"/>
              </a:tabLst>
              <a:defRPr lang="en-US" sz="1400" b="0" u="none" strike="noStrike">
                <a:solidFill>
                  <a:srgbClr val="FFFFFF"/>
                </a:solidFill>
                <a:effectLst/>
                <a:uFillTx/>
                <a:latin typeface="Noto Sans"/>
                <a:ea typeface="DejaVu Sans"/>
              </a:defRPr>
            </a:lvl1pPr>
          </a:lstStyle>
          <a:p>
            <a:pPr indent="0" algn="r" defTabSz="914400">
              <a:lnSpc>
                <a:spcPct val="100000"/>
              </a:lnSpc>
              <a:buNone/>
              <a:tabLst>
                <a:tab pos="0" algn="l"/>
              </a:tabLst>
            </a:pPr>
            <a:fld id="{146825D6-2BB6-488C-9CFB-911C8E8BCF96}" type="slidenum">
              <a:rPr lang="en-US" sz="1400" b="0" u="none" strike="noStrike">
                <a:solidFill>
                  <a:srgbClr val="FFFFFF"/>
                </a:solidFill>
                <a:effectLst/>
                <a:uFillTx/>
                <a:latin typeface="Noto Sans"/>
                <a:ea typeface="DejaVu Sans"/>
              </a:rPr>
              <a:t>&lt;number&gt;</a:t>
            </a:fld>
            <a:endParaRPr lang="en-US" sz="1400" b="0" u="none" strike="noStrike">
              <a:solidFill>
                <a:srgbClr val="FFFFFF"/>
              </a:solidFill>
              <a:effectLst/>
              <a:uFillTx/>
              <a:latin typeface="Times New Roman"/>
            </a:endParaRPr>
          </a:p>
        </p:txBody>
      </p:sp>
      <p:sp>
        <p:nvSpPr>
          <p:cNvPr id="62" name="PlaceHolder 5"/>
          <p:cNvSpPr>
            <a:spLocks noGrp="1"/>
          </p:cNvSpPr>
          <p:nvPr>
            <p:ph type="dt" idx="24"/>
          </p:nvPr>
        </p:nvSpPr>
        <p:spPr>
          <a:xfrm>
            <a:off x="504000" y="5328000"/>
            <a:ext cx="2346840" cy="242280"/>
          </a:xfrm>
          <a:prstGeom prst="rect">
            <a:avLst/>
          </a:prstGeom>
          <a:noFill/>
          <a:ln w="0">
            <a:noFill/>
          </a:ln>
        </p:spPr>
        <p:txBody>
          <a:bodyPr lIns="0" tIns="0" rIns="0" bIns="0" anchor="t">
            <a:noAutofit/>
          </a:bodyPr>
          <a:lstStyle>
            <a:lvl1pPr indent="0" algn="l">
              <a:buNone/>
              <a:defRPr lang="en-US" sz="1400" b="0" u="none" strike="noStrike">
                <a:solidFill>
                  <a:srgbClr val="FFFFFF"/>
                </a:solidFill>
                <a:effectLst/>
                <a:uFillTx/>
                <a:latin typeface="Times New Roman"/>
              </a:defRPr>
            </a:lvl1pPr>
          </a:lstStyle>
          <a:p>
            <a:pPr indent="0" algn="l">
              <a:buNone/>
            </a:pPr>
            <a:r>
              <a:rPr lang="en-US" sz="1400" b="0" u="none" strike="noStrike">
                <a:solidFill>
                  <a:srgbClr val="FFFFFF"/>
                </a:solidFill>
                <a:effectLst/>
                <a:uFillTx/>
                <a:latin typeface="Times New Roman"/>
              </a:rPr>
              <a:t>&lt;date/time&gt;</a:t>
            </a:r>
            <a:endParaRPr lang="en-US" sz="1400" b="0" u="none" strike="noStrik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3"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 name="Rectangle 56"/>
          <p:cNvSpPr/>
          <p:nvPr/>
        </p:nvSpPr>
        <p:spPr>
          <a:xfrm>
            <a:off x="0" y="360000"/>
            <a:ext cx="3599640" cy="575640"/>
          </a:xfrm>
          <a:prstGeom prst="rect">
            <a:avLst/>
          </a:prstGeom>
          <a:solidFill>
            <a:srgbClr val="0D84A1"/>
          </a:solidFill>
          <a:ln w="0">
            <a:noFill/>
          </a:ln>
        </p:spPr>
        <p:style>
          <a:lnRef idx="0"/>
          <a:fillRef idx="0"/>
          <a:effectRef idx="0"/>
          <a:fontRef idx="minor"/>
        </p:style>
        <p:txBody>
          <a:bodyPr wrap="none" lIns="0" tIns="0" rIns="0" bIns="0" anchor="ctr">
            <a:noAutofit/>
          </a:bodyPr>
          <a:p>
            <a:endParaRPr lang="en-US" sz="1800" b="0" u="none" strike="noStrike">
              <a:solidFill>
                <a:srgbClr val="FFFFFF"/>
              </a:solidFill>
              <a:effectLst/>
              <a:uFillTx/>
              <a:latin typeface="Noto Sans"/>
            </a:endParaRPr>
          </a:p>
        </p:txBody>
      </p:sp>
      <p:sp>
        <p:nvSpPr>
          <p:cNvPr id="66" name="PlaceHolder 1"/>
          <p:cNvSpPr>
            <a:spLocks noGrp="1"/>
          </p:cNvSpPr>
          <p:nvPr>
            <p:ph type="title"/>
          </p:nvPr>
        </p:nvSpPr>
        <p:spPr>
          <a:xfrm>
            <a:off x="720000" y="576000"/>
            <a:ext cx="8639640" cy="2519640"/>
          </a:xfrm>
          <a:prstGeom prst="rect">
            <a:avLst/>
          </a:prstGeom>
          <a:noFill/>
          <a:ln w="0">
            <a:noFill/>
          </a:ln>
        </p:spPr>
        <p:txBody>
          <a:bodyPr lIns="0" tIns="0" rIns="0" bIns="0" anchor="ctr">
            <a:normAutofit/>
          </a:bodyPr>
          <a:lstStyle>
            <a:lvl1pPr indent="0" algn="l" defTabSz="914400">
              <a:lnSpc>
                <a:spcPct val="90000"/>
              </a:lnSpc>
              <a:buNone/>
              <a:tabLst>
                <a:tab pos="0" algn="l"/>
              </a:tabLst>
              <a:defRPr lang="en-US" sz="3200" b="1" u="none" strike="noStrike">
                <a:solidFill>
                  <a:srgbClr val="FFFFFF"/>
                </a:solidFill>
                <a:effectLst/>
                <a:uFillTx/>
                <a:latin typeface="Noto Sans"/>
              </a:defRPr>
            </a:lvl1pPr>
          </a:lstStyle>
          <a:p>
            <a:pPr indent="0" algn="l" defTabSz="914400">
              <a:lnSpc>
                <a:spcPct val="90000"/>
              </a:lnSpc>
              <a:buNone/>
              <a:tabLst>
                <a:tab pos="0" algn="l"/>
              </a:tabLst>
            </a:pPr>
            <a:r>
              <a:rPr lang="en-US" sz="3200" b="1" u="none" strike="noStrike">
                <a:solidFill>
                  <a:srgbClr val="FFFFFF"/>
                </a:solidFill>
                <a:effectLst/>
                <a:uFillTx/>
                <a:latin typeface="Noto Sans"/>
              </a:rPr>
              <a:t>Click to edit the title text format</a:t>
            </a:r>
            <a:endParaRPr lang="en-US" sz="3200" b="1" u="none" strike="noStrike">
              <a:solidFill>
                <a:srgbClr val="FFFFFF"/>
              </a:solidFill>
              <a:effectLst/>
              <a:uFillTx/>
              <a:latin typeface="Noto Sans"/>
            </a:endParaRPr>
          </a:p>
        </p:txBody>
      </p:sp>
      <p:sp>
        <p:nvSpPr>
          <p:cNvPr id="67" name="PlaceHolder 2"/>
          <p:cNvSpPr>
            <a:spLocks noGrp="1"/>
          </p:cNvSpPr>
          <p:nvPr>
            <p:ph type="body"/>
          </p:nvPr>
        </p:nvSpPr>
        <p:spPr>
          <a:xfrm>
            <a:off x="720000" y="3312000"/>
            <a:ext cx="6839640" cy="1979640"/>
          </a:xfrm>
          <a:prstGeom prst="rect">
            <a:avLst/>
          </a:prstGeom>
          <a:noFill/>
          <a:ln w="0">
            <a:noFill/>
          </a:ln>
        </p:spPr>
        <p:txBody>
          <a:bodyPr lIns="0" tIns="0" rIns="0" bIns="0" anchor="t">
            <a:normAutofit fontScale="62500" lnSpcReduction="19999"/>
          </a:bodyPr>
          <a:lstStyle>
            <a:lvl1pPr algn="l" defTabSz="914400">
              <a:lnSpc>
                <a:spcPct val="90000"/>
              </a:lnSpc>
              <a:spcBef>
                <a:spcPts val="1417"/>
              </a:spcBef>
              <a:buClr>
                <a:srgbClr val="666666"/>
              </a:buClr>
              <a:buSzPct val="45000"/>
              <a:buFont typeface="Wingdings" charset="2"/>
              <a:buChar char=""/>
              <a:defRPr lang="en-US" sz="3200" b="0" u="none" strike="noStrike">
                <a:solidFill>
                  <a:srgbClr val="666666"/>
                </a:solidFill>
                <a:effectLst/>
                <a:uFillTx/>
                <a:latin typeface="Noto Sans"/>
              </a:defRPr>
            </a:lvl1pPr>
            <a:lvl2pPr lvl="1" algn="l" defTabSz="914400">
              <a:lnSpc>
                <a:spcPct val="90000"/>
              </a:lnSpc>
              <a:spcBef>
                <a:spcPts val="1134"/>
              </a:spcBef>
              <a:buClr>
                <a:srgbClr val="000000"/>
              </a:buClr>
              <a:buSzPct val="75000"/>
              <a:buFont typeface="Symbol" charset="2"/>
              <a:buChar char=""/>
              <a:defRPr lang="en-US" sz="3200" b="0" u="none" strike="noStrike">
                <a:solidFill>
                  <a:srgbClr val="666666"/>
                </a:solidFill>
                <a:effectLst/>
                <a:uFillTx/>
                <a:latin typeface="Noto Sans"/>
              </a:defRPr>
            </a:lvl2pPr>
            <a:lvl3pPr lvl="2" algn="l" defTabSz="914400">
              <a:lnSpc>
                <a:spcPct val="90000"/>
              </a:lnSpc>
              <a:spcBef>
                <a:spcPts val="850"/>
              </a:spcBef>
              <a:buClr>
                <a:srgbClr val="000000"/>
              </a:buClr>
              <a:buSzPct val="45000"/>
              <a:buFont typeface="Wingdings" charset="2"/>
              <a:buChar char=""/>
              <a:defRPr lang="en-US" sz="3200" b="0" u="none" strike="noStrike">
                <a:solidFill>
                  <a:srgbClr val="666666"/>
                </a:solidFill>
                <a:effectLst/>
                <a:uFillTx/>
                <a:latin typeface="Noto Sans"/>
              </a:defRPr>
            </a:lvl3pPr>
            <a:lvl4pPr lvl="3" algn="l" defTabSz="914400">
              <a:lnSpc>
                <a:spcPct val="90000"/>
              </a:lnSpc>
              <a:spcBef>
                <a:spcPts val="567"/>
              </a:spcBef>
              <a:buClr>
                <a:srgbClr val="000000"/>
              </a:buClr>
              <a:buSzPct val="75000"/>
              <a:buFont typeface="Symbol" charset="2"/>
              <a:buChar char=""/>
              <a:defRPr lang="en-US" sz="3200" b="0" u="none" strike="noStrike">
                <a:solidFill>
                  <a:srgbClr val="666666"/>
                </a:solidFill>
                <a:effectLst/>
                <a:uFillTx/>
                <a:latin typeface="Noto Sans"/>
              </a:defRPr>
            </a:lvl4pPr>
            <a:lvl5pPr lvl="4"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5pPr>
            <a:lvl6pPr lvl="5"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6pPr>
            <a:lvl7pPr lvl="6"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7pPr>
          </a:lstStyle>
          <a:p>
            <a:pPr indent="-228600" algn="l" defTabSz="914400">
              <a:lnSpc>
                <a:spcPct val="90000"/>
              </a:lnSpc>
              <a:spcBef>
                <a:spcPts val="1417"/>
              </a:spcBef>
              <a:buClr>
                <a:srgbClr val="666666"/>
              </a:buClr>
              <a:buSzPct val="45000"/>
              <a:buFont typeface="Wingdings" charset="2"/>
              <a:buChar char=""/>
            </a:pPr>
            <a:r>
              <a:rPr lang="en-US" sz="3200" b="0" u="none" strike="noStrike">
                <a:solidFill>
                  <a:srgbClr val="666666"/>
                </a:solidFill>
                <a:effectLst/>
                <a:uFillTx/>
                <a:latin typeface="Noto Sans"/>
              </a:rPr>
              <a:t>Click to edit the outline text format</a:t>
            </a:r>
            <a:endParaRPr lang="en-US" sz="3200" b="0" u="none" strike="noStrike">
              <a:solidFill>
                <a:srgbClr val="666666"/>
              </a:solidFill>
              <a:effectLst/>
              <a:uFillTx/>
              <a:latin typeface="Noto Sans"/>
            </a:endParaRPr>
          </a:p>
          <a:p>
            <a:pPr marL="457200" lvl="1" indent="-324000" algn="l" defTabSz="914400">
              <a:lnSpc>
                <a:spcPct val="90000"/>
              </a:lnSpc>
              <a:spcBef>
                <a:spcPts val="1134"/>
              </a:spcBef>
              <a:buClr>
                <a:srgbClr val="000000"/>
              </a:buClr>
              <a:buSzPct val="75000"/>
              <a:buFont typeface="Symbol" charset="2"/>
              <a:buChar char=""/>
            </a:pPr>
            <a:r>
              <a:rPr lang="en-US" sz="3200" b="0" u="none" strike="noStrike">
                <a:solidFill>
                  <a:srgbClr val="666666"/>
                </a:solidFill>
                <a:effectLst/>
                <a:uFillTx/>
                <a:latin typeface="Noto Sans"/>
              </a:rPr>
              <a:t>Second Outline Level</a:t>
            </a:r>
            <a:endParaRPr lang="en-US" sz="3200" b="0" u="none" strike="noStrike">
              <a:solidFill>
                <a:srgbClr val="666666"/>
              </a:solidFill>
              <a:effectLst/>
              <a:uFillTx/>
              <a:latin typeface="Noto Sans"/>
            </a:endParaRPr>
          </a:p>
          <a:p>
            <a:pPr marL="914400" lvl="2" indent="-288000" algn="l" defTabSz="914400">
              <a:lnSpc>
                <a:spcPct val="90000"/>
              </a:lnSpc>
              <a:spcBef>
                <a:spcPts val="850"/>
              </a:spcBef>
              <a:buClr>
                <a:srgbClr val="000000"/>
              </a:buClr>
              <a:buSzPct val="45000"/>
              <a:buFont typeface="Wingdings" charset="2"/>
              <a:buChar char=""/>
            </a:pPr>
            <a:r>
              <a:rPr lang="en-US" sz="3200" b="0" u="none" strike="noStrike">
                <a:solidFill>
                  <a:srgbClr val="666666"/>
                </a:solidFill>
                <a:effectLst/>
                <a:uFillTx/>
                <a:latin typeface="Noto Sans"/>
              </a:rPr>
              <a:t>Third Outline Level</a:t>
            </a:r>
            <a:endParaRPr lang="en-US" sz="3200" b="0" u="none" strike="noStrike">
              <a:solidFill>
                <a:srgbClr val="666666"/>
              </a:solidFill>
              <a:effectLst/>
              <a:uFillTx/>
              <a:latin typeface="Noto Sans"/>
            </a:endParaRPr>
          </a:p>
          <a:p>
            <a:pPr marL="1371600" lvl="3" indent="-216000" algn="l" defTabSz="914400">
              <a:lnSpc>
                <a:spcPct val="90000"/>
              </a:lnSpc>
              <a:spcBef>
                <a:spcPts val="567"/>
              </a:spcBef>
              <a:buClr>
                <a:srgbClr val="000000"/>
              </a:buClr>
              <a:buSzPct val="75000"/>
              <a:buFont typeface="Symbol" charset="2"/>
              <a:buChar char=""/>
            </a:pPr>
            <a:r>
              <a:rPr lang="en-US" sz="3200" b="0" u="none" strike="noStrike">
                <a:solidFill>
                  <a:srgbClr val="666666"/>
                </a:solidFill>
                <a:effectLst/>
                <a:uFillTx/>
                <a:latin typeface="Noto Sans"/>
              </a:rPr>
              <a:t>Fourth Outline Level</a:t>
            </a:r>
            <a:endParaRPr lang="en-US" sz="3200" b="0" u="none" strike="noStrike">
              <a:solidFill>
                <a:srgbClr val="666666"/>
              </a:solidFill>
              <a:effectLst/>
              <a:uFillTx/>
              <a:latin typeface="Noto Sans"/>
            </a:endParaRPr>
          </a:p>
          <a:p>
            <a:pPr marL="1828800" lvl="4"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Fifth Outline Level</a:t>
            </a:r>
            <a:endParaRPr lang="en-US" sz="3200" b="0" u="none" strike="noStrike">
              <a:solidFill>
                <a:srgbClr val="666666"/>
              </a:solidFill>
              <a:effectLst/>
              <a:uFillTx/>
              <a:latin typeface="Noto Sans"/>
            </a:endParaRPr>
          </a:p>
          <a:p>
            <a:pPr marL="2286000" lvl="5"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Sixth Outline Level</a:t>
            </a:r>
            <a:endParaRPr lang="en-US" sz="3200" b="0" u="none" strike="noStrike">
              <a:solidFill>
                <a:srgbClr val="666666"/>
              </a:solidFill>
              <a:effectLst/>
              <a:uFillTx/>
              <a:latin typeface="Noto Sans"/>
            </a:endParaRPr>
          </a:p>
          <a:p>
            <a:pPr marL="2743200" lvl="6"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Seventh Outline Level</a:t>
            </a:r>
            <a:endParaRPr lang="en-US" sz="3200" b="0" u="none" strike="noStrike">
              <a:solidFill>
                <a:srgbClr val="666666"/>
              </a:solidFill>
              <a:effectLst/>
              <a:uFillTx/>
              <a:latin typeface="Noto Sans"/>
            </a:endParaRPr>
          </a:p>
        </p:txBody>
      </p:sp>
      <p:sp>
        <p:nvSpPr>
          <p:cNvPr id="68" name="PlaceHolder 3"/>
          <p:cNvSpPr>
            <a:spLocks noGrp="1"/>
          </p:cNvSpPr>
          <p:nvPr>
            <p:ph type="ftr" idx="25"/>
          </p:nvPr>
        </p:nvSpPr>
        <p:spPr>
          <a:xfrm>
            <a:off x="3420000" y="5328000"/>
            <a:ext cx="3239640" cy="242280"/>
          </a:xfrm>
          <a:prstGeom prst="rect">
            <a:avLst/>
          </a:prstGeom>
          <a:noFill/>
          <a:ln w="0">
            <a:noFill/>
          </a:ln>
        </p:spPr>
        <p:txBody>
          <a:bodyPr lIns="0" tIns="0" rIns="0" bIns="0" anchor="t">
            <a:noAutofit/>
          </a:bodyPr>
          <a:lstStyle>
            <a:lvl1pPr indent="0" algn="ctr" defTabSz="914400">
              <a:lnSpc>
                <a:spcPct val="100000"/>
              </a:lnSpc>
              <a:buNone/>
              <a:tabLst>
                <a:tab pos="0" algn="l"/>
              </a:tabLst>
              <a:defRPr lang="en-US" sz="1400" b="0" u="none" strike="noStrike">
                <a:solidFill>
                  <a:srgbClr val="000000"/>
                </a:solidFill>
                <a:effectLst/>
                <a:uFillTx/>
                <a:latin typeface="Noto Sans"/>
                <a:ea typeface="DejaVu Sans"/>
              </a:defRPr>
            </a:lvl1pPr>
          </a:lstStyle>
          <a:p>
            <a:pPr indent="0" algn="ctr" defTabSz="914400">
              <a:lnSpc>
                <a:spcPct val="100000"/>
              </a:lnSpc>
              <a:buNone/>
              <a:tabLst>
                <a:tab pos="0" algn="l"/>
              </a:tabLst>
            </a:pPr>
            <a:r>
              <a:rPr lang="en-US" sz="1400" b="0" u="none" strike="noStrike">
                <a:solidFill>
                  <a:srgbClr val="000000"/>
                </a:solidFill>
                <a:effectLst/>
                <a:uFillTx/>
                <a:latin typeface="Noto Sans"/>
                <a:ea typeface="DejaVu Sans"/>
              </a:rPr>
              <a:t>&lt;footer&gt;</a:t>
            </a:r>
            <a:endParaRPr lang="en-US" sz="1400" b="0" u="none" strike="noStrike">
              <a:solidFill>
                <a:srgbClr val="000000"/>
              </a:solidFill>
              <a:effectLst/>
              <a:uFillTx/>
              <a:latin typeface="Times New Roman"/>
            </a:endParaRPr>
          </a:p>
        </p:txBody>
      </p:sp>
      <p:sp>
        <p:nvSpPr>
          <p:cNvPr id="69" name="PlaceHolder 4"/>
          <p:cNvSpPr>
            <a:spLocks noGrp="1"/>
          </p:cNvSpPr>
          <p:nvPr>
            <p:ph type="sldNum" idx="26"/>
          </p:nvPr>
        </p:nvSpPr>
        <p:spPr>
          <a:xfrm>
            <a:off x="7228800" y="5328000"/>
            <a:ext cx="2346840" cy="242280"/>
          </a:xfrm>
          <a:prstGeom prst="rect">
            <a:avLst/>
          </a:prstGeom>
          <a:noFill/>
          <a:ln w="0">
            <a:noFill/>
          </a:ln>
        </p:spPr>
        <p:txBody>
          <a:bodyPr lIns="0" tIns="0" rIns="0" bIns="0" anchor="t">
            <a:noAutofit/>
          </a:bodyPr>
          <a:lstStyle>
            <a:lvl1pPr indent="0" algn="r" defTabSz="914400">
              <a:lnSpc>
                <a:spcPct val="100000"/>
              </a:lnSpc>
              <a:buNone/>
              <a:tabLst>
                <a:tab pos="0" algn="l"/>
              </a:tabLst>
              <a:defRPr lang="en-US" sz="1400" b="0" u="none" strike="noStrike">
                <a:solidFill>
                  <a:srgbClr val="000000"/>
                </a:solidFill>
                <a:effectLst/>
                <a:uFillTx/>
                <a:latin typeface="Noto Sans"/>
                <a:ea typeface="DejaVu Sans"/>
              </a:defRPr>
            </a:lvl1pPr>
          </a:lstStyle>
          <a:p>
            <a:pPr indent="0" algn="r" defTabSz="914400">
              <a:lnSpc>
                <a:spcPct val="100000"/>
              </a:lnSpc>
              <a:buNone/>
              <a:tabLst>
                <a:tab pos="0" algn="l"/>
              </a:tabLst>
            </a:pPr>
            <a:fld id="{2EDF0064-0C67-4017-B901-049310D02143}" type="slidenum">
              <a:rPr lang="en-US" sz="1400" b="0" u="none" strike="noStrike">
                <a:solidFill>
                  <a:srgbClr val="000000"/>
                </a:solidFill>
                <a:effectLst/>
                <a:uFillTx/>
                <a:latin typeface="Noto Sans"/>
                <a:ea typeface="DejaVu Sans"/>
              </a:rPr>
              <a:t>&lt;number&gt;</a:t>
            </a:fld>
            <a:endParaRPr lang="en-US" sz="1400" b="0" u="none" strike="noStrike">
              <a:solidFill>
                <a:srgbClr val="000000"/>
              </a:solidFill>
              <a:effectLst/>
              <a:uFillTx/>
              <a:latin typeface="Times New Roman"/>
            </a:endParaRPr>
          </a:p>
        </p:txBody>
      </p:sp>
      <p:sp>
        <p:nvSpPr>
          <p:cNvPr id="70" name="PlaceHolder 5"/>
          <p:cNvSpPr>
            <a:spLocks noGrp="1"/>
          </p:cNvSpPr>
          <p:nvPr>
            <p:ph type="dt" idx="27"/>
          </p:nvPr>
        </p:nvSpPr>
        <p:spPr>
          <a:xfrm>
            <a:off x="504000" y="5328000"/>
            <a:ext cx="2346840" cy="242280"/>
          </a:xfrm>
          <a:prstGeom prst="rect">
            <a:avLst/>
          </a:prstGeom>
          <a:noFill/>
          <a:ln w="0">
            <a:noFill/>
          </a:ln>
        </p:spPr>
        <p:txBody>
          <a:bodyPr lIns="0" tIns="0" rIns="0" bIns="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5"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7" r:id="rId2"/>
    <p:sldLayoutId id="2147483668"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7" name="Free-form: Shape 74"/>
          <p:cNvSpPr/>
          <p:nvPr/>
        </p:nvSpPr>
        <p:spPr>
          <a:xfrm>
            <a:off x="0" y="0"/>
            <a:ext cx="10080000" cy="1645560"/>
          </a:xfrm>
          <a:custGeom>
            <a:avLst/>
            <a:gdLst>
              <a:gd name="textAreaLeft" fmla="*/ 0 w 10080000"/>
              <a:gd name="textAreaRight" fmla="*/ 10080360 w 10080000"/>
              <a:gd name="textAreaTop" fmla="*/ 0 h 1645560"/>
              <a:gd name="textAreaBottom" fmla="*/ 1645920 h 1645560"/>
            </a:gdLst>
            <a:ahLst/>
            <a:cxnLst/>
            <a:rect l="textAreaLeft" t="textAreaTop" r="textAreaRight" b="textAreaBottom"/>
            <a:pathLst>
              <a:path w="28001" h="4572">
                <a:moveTo>
                  <a:pt x="0" y="4572"/>
                </a:moveTo>
                <a:lnTo>
                  <a:pt x="0" y="0"/>
                </a:lnTo>
                <a:lnTo>
                  <a:pt x="28001" y="0"/>
                </a:lnTo>
                <a:lnTo>
                  <a:pt x="0" y="4572"/>
                </a:lnTo>
                <a:close/>
              </a:path>
            </a:pathLst>
          </a:custGeom>
          <a:solidFill>
            <a:srgbClr val="0D84A1"/>
          </a:solidFill>
          <a:ln w="0">
            <a:noFill/>
          </a:ln>
        </p:spPr>
        <p:style>
          <a:lnRef idx="0"/>
          <a:fillRef idx="0"/>
          <a:effectRef idx="0"/>
          <a:fontRef idx="minor"/>
        </p:style>
        <p:txBody>
          <a:bodyPr lIns="0" tIns="0" rIns="0" bIns="0" anchor="ctr">
            <a:noAutofit/>
          </a:bodyPr>
          <a:p>
            <a:endParaRPr lang="en-US" sz="1800" b="0" u="none" strike="noStrike">
              <a:solidFill>
                <a:srgbClr val="FFFFFF"/>
              </a:solidFill>
              <a:effectLst/>
              <a:uFillTx/>
              <a:latin typeface="Noto Sans"/>
            </a:endParaRPr>
          </a:p>
        </p:txBody>
      </p:sp>
      <p:sp>
        <p:nvSpPr>
          <p:cNvPr id="88" name="Free-form: Shape 75"/>
          <p:cNvSpPr/>
          <p:nvPr/>
        </p:nvSpPr>
        <p:spPr>
          <a:xfrm>
            <a:off x="4104000" y="4842000"/>
            <a:ext cx="5976000" cy="828000"/>
          </a:xfrm>
          <a:custGeom>
            <a:avLst/>
            <a:gdLst>
              <a:gd name="textAreaLeft" fmla="*/ 0 w 5976000"/>
              <a:gd name="textAreaRight" fmla="*/ 5976360 w 5976000"/>
              <a:gd name="textAreaTop" fmla="*/ 0 h 828000"/>
              <a:gd name="textAreaBottom" fmla="*/ 828360 h 828000"/>
            </a:gdLst>
            <a:ahLst/>
            <a:cxnLst/>
            <a:rect l="textAreaLeft" t="textAreaTop" r="textAreaRight" b="textAreaBottom"/>
            <a:pathLst>
              <a:path w="16601" h="2301">
                <a:moveTo>
                  <a:pt x="0" y="2301"/>
                </a:moveTo>
                <a:lnTo>
                  <a:pt x="16601" y="2301"/>
                </a:lnTo>
                <a:lnTo>
                  <a:pt x="16601" y="0"/>
                </a:lnTo>
                <a:lnTo>
                  <a:pt x="0" y="2301"/>
                </a:lnTo>
                <a:close/>
              </a:path>
            </a:pathLst>
          </a:custGeom>
          <a:solidFill>
            <a:srgbClr val="0D84A1"/>
          </a:solidFill>
          <a:ln w="0">
            <a:noFill/>
          </a:ln>
        </p:spPr>
        <p:style>
          <a:lnRef idx="0"/>
          <a:fillRef idx="0"/>
          <a:effectRef idx="0"/>
          <a:fontRef idx="minor"/>
        </p:style>
        <p:txBody>
          <a:bodyPr lIns="0" tIns="0" rIns="0" bIns="0" anchor="ctr">
            <a:noAutofit/>
          </a:bodyPr>
          <a:p>
            <a:endParaRPr lang="en-US" sz="1800" b="0" u="none" strike="noStrike">
              <a:solidFill>
                <a:srgbClr val="FFFFFF"/>
              </a:solidFill>
              <a:effectLst/>
              <a:uFillTx/>
              <a:latin typeface="Noto Sans"/>
            </a:endParaRPr>
          </a:p>
        </p:txBody>
      </p:sp>
      <p:sp>
        <p:nvSpPr>
          <p:cNvPr id="89" name="PlaceHolder 1"/>
          <p:cNvSpPr>
            <a:spLocks noGrp="1"/>
          </p:cNvSpPr>
          <p:nvPr>
            <p:ph type="title"/>
          </p:nvPr>
        </p:nvSpPr>
        <p:spPr>
          <a:xfrm>
            <a:off x="720000" y="576000"/>
            <a:ext cx="8639640" cy="2519640"/>
          </a:xfrm>
          <a:prstGeom prst="rect">
            <a:avLst/>
          </a:prstGeom>
          <a:noFill/>
          <a:ln w="0">
            <a:noFill/>
          </a:ln>
        </p:spPr>
        <p:txBody>
          <a:bodyPr lIns="0" tIns="0" rIns="0" bIns="0" anchor="ctr">
            <a:normAutofit/>
          </a:bodyPr>
          <a:lstStyle>
            <a:lvl1pPr indent="0" algn="l" defTabSz="914400">
              <a:lnSpc>
                <a:spcPct val="90000"/>
              </a:lnSpc>
              <a:buNone/>
              <a:tabLst>
                <a:tab pos="0" algn="l"/>
              </a:tabLst>
              <a:defRPr lang="en-US" sz="5400" b="1" u="none" strike="noStrike">
                <a:solidFill>
                  <a:srgbClr val="FFFFFF"/>
                </a:solidFill>
                <a:effectLst/>
                <a:highlight>
                  <a:srgbClr val="0D84A1"/>
                </a:highlight>
                <a:uFillTx/>
                <a:latin typeface="Noto Sans"/>
              </a:defRPr>
            </a:lvl1pPr>
          </a:lstStyle>
          <a:p>
            <a:pPr indent="0" algn="l" defTabSz="914400">
              <a:lnSpc>
                <a:spcPct val="90000"/>
              </a:lnSpc>
              <a:buNone/>
              <a:tabLst>
                <a:tab pos="0" algn="l"/>
              </a:tabLst>
            </a:pPr>
            <a:r>
              <a:rPr lang="en-US" sz="5400" b="1" u="none" strike="noStrike">
                <a:solidFill>
                  <a:srgbClr val="FFFFFF"/>
                </a:solidFill>
                <a:effectLst/>
                <a:highlight>
                  <a:srgbClr val="0D84A1"/>
                </a:highlight>
                <a:uFillTx/>
                <a:latin typeface="Noto Sans"/>
              </a:rPr>
              <a:t>Click to edit the title text format</a:t>
            </a:r>
            <a:endParaRPr lang="en-US" sz="5400" b="1" u="none" strike="noStrike">
              <a:solidFill>
                <a:srgbClr val="FFFFFF"/>
              </a:solidFill>
              <a:effectLst/>
              <a:highlight>
                <a:srgbClr val="0D84A1"/>
              </a:highlight>
              <a:uFillTx/>
              <a:latin typeface="Noto Sans"/>
            </a:endParaRPr>
          </a:p>
        </p:txBody>
      </p:sp>
      <p:sp>
        <p:nvSpPr>
          <p:cNvPr id="90" name="PlaceHolder 2"/>
          <p:cNvSpPr>
            <a:spLocks noGrp="1"/>
          </p:cNvSpPr>
          <p:nvPr>
            <p:ph type="body"/>
          </p:nvPr>
        </p:nvSpPr>
        <p:spPr>
          <a:xfrm>
            <a:off x="720000" y="3312000"/>
            <a:ext cx="6839640" cy="1979640"/>
          </a:xfrm>
          <a:prstGeom prst="rect">
            <a:avLst/>
          </a:prstGeom>
          <a:noFill/>
          <a:ln w="0">
            <a:noFill/>
          </a:ln>
        </p:spPr>
        <p:txBody>
          <a:bodyPr lIns="0" tIns="0" rIns="0" bIns="0" anchor="t">
            <a:normAutofit fontScale="62500" lnSpcReduction="19999"/>
          </a:bodyPr>
          <a:lstStyle>
            <a:lvl1pPr algn="l" defTabSz="914400">
              <a:lnSpc>
                <a:spcPct val="90000"/>
              </a:lnSpc>
              <a:spcBef>
                <a:spcPts val="1417"/>
              </a:spcBef>
              <a:buClr>
                <a:srgbClr val="666666"/>
              </a:buClr>
              <a:buSzPct val="45000"/>
              <a:buFont typeface="Wingdings" charset="2"/>
              <a:buChar char=""/>
              <a:defRPr lang="en-US" sz="3200" b="0" u="none" strike="noStrike">
                <a:solidFill>
                  <a:srgbClr val="666666"/>
                </a:solidFill>
                <a:effectLst/>
                <a:uFillTx/>
                <a:latin typeface="Noto Sans"/>
              </a:defRPr>
            </a:lvl1pPr>
            <a:lvl2pPr lvl="1" algn="l" defTabSz="914400">
              <a:lnSpc>
                <a:spcPct val="90000"/>
              </a:lnSpc>
              <a:spcBef>
                <a:spcPts val="1134"/>
              </a:spcBef>
              <a:buClr>
                <a:srgbClr val="000000"/>
              </a:buClr>
              <a:buSzPct val="75000"/>
              <a:buFont typeface="Symbol" charset="2"/>
              <a:buChar char=""/>
              <a:defRPr lang="en-US" sz="3200" b="0" u="none" strike="noStrike">
                <a:solidFill>
                  <a:srgbClr val="666666"/>
                </a:solidFill>
                <a:effectLst/>
                <a:uFillTx/>
                <a:latin typeface="Noto Sans"/>
              </a:defRPr>
            </a:lvl2pPr>
            <a:lvl3pPr lvl="2" algn="l" defTabSz="914400">
              <a:lnSpc>
                <a:spcPct val="90000"/>
              </a:lnSpc>
              <a:spcBef>
                <a:spcPts val="850"/>
              </a:spcBef>
              <a:buClr>
                <a:srgbClr val="000000"/>
              </a:buClr>
              <a:buSzPct val="45000"/>
              <a:buFont typeface="Wingdings" charset="2"/>
              <a:buChar char=""/>
              <a:defRPr lang="en-US" sz="3200" b="0" u="none" strike="noStrike">
                <a:solidFill>
                  <a:srgbClr val="666666"/>
                </a:solidFill>
                <a:effectLst/>
                <a:uFillTx/>
                <a:latin typeface="Noto Sans"/>
              </a:defRPr>
            </a:lvl3pPr>
            <a:lvl4pPr lvl="3" algn="l" defTabSz="914400">
              <a:lnSpc>
                <a:spcPct val="90000"/>
              </a:lnSpc>
              <a:spcBef>
                <a:spcPts val="567"/>
              </a:spcBef>
              <a:buClr>
                <a:srgbClr val="000000"/>
              </a:buClr>
              <a:buSzPct val="75000"/>
              <a:buFont typeface="Symbol" charset="2"/>
              <a:buChar char=""/>
              <a:defRPr lang="en-US" sz="3200" b="0" u="none" strike="noStrike">
                <a:solidFill>
                  <a:srgbClr val="666666"/>
                </a:solidFill>
                <a:effectLst/>
                <a:uFillTx/>
                <a:latin typeface="Noto Sans"/>
              </a:defRPr>
            </a:lvl4pPr>
            <a:lvl5pPr lvl="4"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5pPr>
            <a:lvl6pPr lvl="5"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6pPr>
            <a:lvl7pPr lvl="6"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7pPr>
          </a:lstStyle>
          <a:p>
            <a:pPr indent="-228600" algn="l" defTabSz="914400">
              <a:lnSpc>
                <a:spcPct val="90000"/>
              </a:lnSpc>
              <a:spcBef>
                <a:spcPts val="1417"/>
              </a:spcBef>
              <a:buClr>
                <a:srgbClr val="666666"/>
              </a:buClr>
              <a:buSzPct val="45000"/>
              <a:buFont typeface="Wingdings" charset="2"/>
              <a:buChar char=""/>
            </a:pPr>
            <a:r>
              <a:rPr lang="en-US" sz="3200" b="0" u="none" strike="noStrike">
                <a:solidFill>
                  <a:srgbClr val="666666"/>
                </a:solidFill>
                <a:effectLst/>
                <a:uFillTx/>
                <a:latin typeface="Noto Sans"/>
              </a:rPr>
              <a:t>Click to edit the outline text format</a:t>
            </a:r>
            <a:endParaRPr lang="en-US" sz="3200" b="0" u="none" strike="noStrike">
              <a:solidFill>
                <a:srgbClr val="666666"/>
              </a:solidFill>
              <a:effectLst/>
              <a:uFillTx/>
              <a:latin typeface="Noto Sans"/>
            </a:endParaRPr>
          </a:p>
          <a:p>
            <a:pPr marL="457200" lvl="1" indent="-324000" algn="l" defTabSz="914400">
              <a:lnSpc>
                <a:spcPct val="90000"/>
              </a:lnSpc>
              <a:spcBef>
                <a:spcPts val="1134"/>
              </a:spcBef>
              <a:buClr>
                <a:srgbClr val="000000"/>
              </a:buClr>
              <a:buSzPct val="75000"/>
              <a:buFont typeface="Symbol" charset="2"/>
              <a:buChar char=""/>
            </a:pPr>
            <a:r>
              <a:rPr lang="en-US" sz="3200" b="0" u="none" strike="noStrike">
                <a:solidFill>
                  <a:srgbClr val="666666"/>
                </a:solidFill>
                <a:effectLst/>
                <a:uFillTx/>
                <a:latin typeface="Noto Sans"/>
              </a:rPr>
              <a:t>Second Outline Level</a:t>
            </a:r>
            <a:endParaRPr lang="en-US" sz="3200" b="0" u="none" strike="noStrike">
              <a:solidFill>
                <a:srgbClr val="666666"/>
              </a:solidFill>
              <a:effectLst/>
              <a:uFillTx/>
              <a:latin typeface="Noto Sans"/>
            </a:endParaRPr>
          </a:p>
          <a:p>
            <a:pPr marL="914400" lvl="2" indent="-288000" algn="l" defTabSz="914400">
              <a:lnSpc>
                <a:spcPct val="90000"/>
              </a:lnSpc>
              <a:spcBef>
                <a:spcPts val="850"/>
              </a:spcBef>
              <a:buClr>
                <a:srgbClr val="000000"/>
              </a:buClr>
              <a:buSzPct val="45000"/>
              <a:buFont typeface="Wingdings" charset="2"/>
              <a:buChar char=""/>
            </a:pPr>
            <a:r>
              <a:rPr lang="en-US" sz="3200" b="0" u="none" strike="noStrike">
                <a:solidFill>
                  <a:srgbClr val="666666"/>
                </a:solidFill>
                <a:effectLst/>
                <a:uFillTx/>
                <a:latin typeface="Noto Sans"/>
              </a:rPr>
              <a:t>Third Outline Level</a:t>
            </a:r>
            <a:endParaRPr lang="en-US" sz="3200" b="0" u="none" strike="noStrike">
              <a:solidFill>
                <a:srgbClr val="666666"/>
              </a:solidFill>
              <a:effectLst/>
              <a:uFillTx/>
              <a:latin typeface="Noto Sans"/>
            </a:endParaRPr>
          </a:p>
          <a:p>
            <a:pPr marL="1371600" lvl="3" indent="-216000" algn="l" defTabSz="914400">
              <a:lnSpc>
                <a:spcPct val="90000"/>
              </a:lnSpc>
              <a:spcBef>
                <a:spcPts val="567"/>
              </a:spcBef>
              <a:buClr>
                <a:srgbClr val="000000"/>
              </a:buClr>
              <a:buSzPct val="75000"/>
              <a:buFont typeface="Symbol" charset="2"/>
              <a:buChar char=""/>
            </a:pPr>
            <a:r>
              <a:rPr lang="en-US" sz="3200" b="0" u="none" strike="noStrike">
                <a:solidFill>
                  <a:srgbClr val="666666"/>
                </a:solidFill>
                <a:effectLst/>
                <a:uFillTx/>
                <a:latin typeface="Noto Sans"/>
              </a:rPr>
              <a:t>Fourth Outline Level</a:t>
            </a:r>
            <a:endParaRPr lang="en-US" sz="3200" b="0" u="none" strike="noStrike">
              <a:solidFill>
                <a:srgbClr val="666666"/>
              </a:solidFill>
              <a:effectLst/>
              <a:uFillTx/>
              <a:latin typeface="Noto Sans"/>
            </a:endParaRPr>
          </a:p>
          <a:p>
            <a:pPr marL="1828800" lvl="4"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Fifth Outline Level</a:t>
            </a:r>
            <a:endParaRPr lang="en-US" sz="3200" b="0" u="none" strike="noStrike">
              <a:solidFill>
                <a:srgbClr val="666666"/>
              </a:solidFill>
              <a:effectLst/>
              <a:uFillTx/>
              <a:latin typeface="Noto Sans"/>
            </a:endParaRPr>
          </a:p>
          <a:p>
            <a:pPr marL="2286000" lvl="5"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Sixth Outline Level</a:t>
            </a:r>
            <a:endParaRPr lang="en-US" sz="3200" b="0" u="none" strike="noStrike">
              <a:solidFill>
                <a:srgbClr val="666666"/>
              </a:solidFill>
              <a:effectLst/>
              <a:uFillTx/>
              <a:latin typeface="Noto Sans"/>
            </a:endParaRPr>
          </a:p>
          <a:p>
            <a:pPr marL="2743200" lvl="6"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Seventh Outline Level</a:t>
            </a:r>
            <a:endParaRPr lang="en-US" sz="3200" b="0" u="none" strike="noStrike">
              <a:solidFill>
                <a:srgbClr val="666666"/>
              </a:solidFill>
              <a:effectLst/>
              <a:uFillTx/>
              <a:latin typeface="Noto Sans"/>
            </a:endParaRPr>
          </a:p>
        </p:txBody>
      </p:sp>
      <p:sp>
        <p:nvSpPr>
          <p:cNvPr id="91" name="PlaceHolder 3"/>
          <p:cNvSpPr>
            <a:spLocks noGrp="1"/>
          </p:cNvSpPr>
          <p:nvPr>
            <p:ph type="ftr" idx="34"/>
          </p:nvPr>
        </p:nvSpPr>
        <p:spPr>
          <a:xfrm>
            <a:off x="3420000" y="5328000"/>
            <a:ext cx="3239640" cy="242280"/>
          </a:xfrm>
          <a:prstGeom prst="rect">
            <a:avLst/>
          </a:prstGeom>
          <a:noFill/>
          <a:ln w="0">
            <a:noFill/>
          </a:ln>
        </p:spPr>
        <p:txBody>
          <a:bodyPr lIns="0" tIns="0" rIns="0" bIns="0" anchor="t">
            <a:noAutofit/>
          </a:bodyPr>
          <a:lstStyle>
            <a:lvl1pPr indent="0" algn="ctr" defTabSz="914400">
              <a:lnSpc>
                <a:spcPct val="100000"/>
              </a:lnSpc>
              <a:buNone/>
              <a:tabLst>
                <a:tab pos="0" algn="l"/>
              </a:tabLst>
              <a:defRPr lang="en-US" sz="1400" b="0" u="none" strike="noStrike">
                <a:solidFill>
                  <a:srgbClr val="000000"/>
                </a:solidFill>
                <a:effectLst/>
                <a:uFillTx/>
                <a:latin typeface="Noto Sans"/>
                <a:ea typeface="DejaVu Sans"/>
              </a:defRPr>
            </a:lvl1pPr>
          </a:lstStyle>
          <a:p>
            <a:pPr indent="0" algn="ctr" defTabSz="914400">
              <a:lnSpc>
                <a:spcPct val="100000"/>
              </a:lnSpc>
              <a:buNone/>
              <a:tabLst>
                <a:tab pos="0" algn="l"/>
              </a:tabLst>
            </a:pPr>
            <a:r>
              <a:rPr lang="en-US" sz="1400" b="0" u="none" strike="noStrike">
                <a:solidFill>
                  <a:srgbClr val="000000"/>
                </a:solidFill>
                <a:effectLst/>
                <a:uFillTx/>
                <a:latin typeface="Noto Sans"/>
                <a:ea typeface="DejaVu Sans"/>
              </a:rPr>
              <a:t>&lt;footer&gt;</a:t>
            </a:r>
            <a:endParaRPr lang="en-US" sz="1400" b="0" u="none" strike="noStrike">
              <a:solidFill>
                <a:srgbClr val="000000"/>
              </a:solidFill>
              <a:effectLst/>
              <a:uFillTx/>
              <a:latin typeface="Times New Roman"/>
            </a:endParaRPr>
          </a:p>
        </p:txBody>
      </p:sp>
      <p:sp>
        <p:nvSpPr>
          <p:cNvPr id="92" name="PlaceHolder 4"/>
          <p:cNvSpPr>
            <a:spLocks noGrp="1"/>
          </p:cNvSpPr>
          <p:nvPr>
            <p:ph type="sldNum" idx="35"/>
          </p:nvPr>
        </p:nvSpPr>
        <p:spPr>
          <a:xfrm>
            <a:off x="7228800" y="5328000"/>
            <a:ext cx="2346840" cy="242280"/>
          </a:xfrm>
          <a:prstGeom prst="rect">
            <a:avLst/>
          </a:prstGeom>
          <a:noFill/>
          <a:ln w="0">
            <a:noFill/>
          </a:ln>
        </p:spPr>
        <p:txBody>
          <a:bodyPr lIns="0" tIns="0" rIns="0" bIns="0" anchor="t">
            <a:noAutofit/>
          </a:bodyPr>
          <a:lstStyle>
            <a:lvl1pPr indent="0" algn="r" defTabSz="914400">
              <a:lnSpc>
                <a:spcPct val="100000"/>
              </a:lnSpc>
              <a:buNone/>
              <a:tabLst>
                <a:tab pos="0" algn="l"/>
              </a:tabLst>
              <a:defRPr lang="en-US" sz="1400" b="0" u="none" strike="noStrike">
                <a:solidFill>
                  <a:srgbClr val="FFFFFF"/>
                </a:solidFill>
                <a:effectLst/>
                <a:uFillTx/>
                <a:latin typeface="Noto Sans"/>
                <a:ea typeface="DejaVu Sans"/>
              </a:defRPr>
            </a:lvl1pPr>
          </a:lstStyle>
          <a:p>
            <a:pPr indent="0" algn="r" defTabSz="914400">
              <a:lnSpc>
                <a:spcPct val="100000"/>
              </a:lnSpc>
              <a:buNone/>
              <a:tabLst>
                <a:tab pos="0" algn="l"/>
              </a:tabLst>
            </a:pPr>
            <a:fld id="{27D14489-FB0E-4B02-A378-D5247B03A1BF}" type="slidenum">
              <a:rPr lang="en-US" sz="1400" b="0" u="none" strike="noStrike">
                <a:solidFill>
                  <a:srgbClr val="FFFFFF"/>
                </a:solidFill>
                <a:effectLst/>
                <a:uFillTx/>
                <a:latin typeface="Noto Sans"/>
                <a:ea typeface="DejaVu Sans"/>
              </a:rPr>
              <a:t>&lt;number&gt;</a:t>
            </a:fld>
            <a:endParaRPr lang="en-US" sz="1400" b="0" u="none" strike="noStrike">
              <a:solidFill>
                <a:srgbClr val="000000"/>
              </a:solidFill>
              <a:effectLst/>
              <a:uFillTx/>
              <a:latin typeface="Times New Roman"/>
            </a:endParaRPr>
          </a:p>
        </p:txBody>
      </p:sp>
      <p:sp>
        <p:nvSpPr>
          <p:cNvPr id="93" name="PlaceHolder 5"/>
          <p:cNvSpPr>
            <a:spLocks noGrp="1"/>
          </p:cNvSpPr>
          <p:nvPr>
            <p:ph type="dt" idx="36"/>
          </p:nvPr>
        </p:nvSpPr>
        <p:spPr>
          <a:xfrm>
            <a:off x="504000" y="5328000"/>
            <a:ext cx="2346840" cy="242280"/>
          </a:xfrm>
          <a:prstGeom prst="rect">
            <a:avLst/>
          </a:prstGeom>
          <a:noFill/>
          <a:ln w="0">
            <a:noFill/>
          </a:ln>
        </p:spPr>
        <p:txBody>
          <a:bodyPr lIns="0" tIns="0" rIns="0" bIns="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0"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6" name="Rectangle 83"/>
          <p:cNvSpPr/>
          <p:nvPr/>
        </p:nvSpPr>
        <p:spPr>
          <a:xfrm>
            <a:off x="0" y="0"/>
            <a:ext cx="1619640" cy="5669640"/>
          </a:xfrm>
          <a:prstGeom prst="rect">
            <a:avLst/>
          </a:prstGeom>
          <a:solidFill>
            <a:srgbClr val="0D84A1"/>
          </a:solidFill>
          <a:ln w="0">
            <a:noFill/>
          </a:ln>
        </p:spPr>
        <p:style>
          <a:lnRef idx="0"/>
          <a:fillRef idx="0"/>
          <a:effectRef idx="0"/>
          <a:fontRef idx="minor"/>
        </p:style>
        <p:txBody>
          <a:bodyPr wrap="none" lIns="0" tIns="0" rIns="0" bIns="0" anchor="ctr">
            <a:noAutofit/>
          </a:bodyPr>
          <a:p>
            <a:endParaRPr lang="en-US" sz="1800" b="0" u="none" strike="noStrike">
              <a:solidFill>
                <a:srgbClr val="FFFFFF"/>
              </a:solidFill>
              <a:effectLst/>
              <a:uFillTx/>
              <a:latin typeface="Noto Sans"/>
            </a:endParaRPr>
          </a:p>
        </p:txBody>
      </p:sp>
      <p:sp>
        <p:nvSpPr>
          <p:cNvPr id="97" name="PlaceHolder 1"/>
          <p:cNvSpPr>
            <a:spLocks noGrp="1"/>
          </p:cNvSpPr>
          <p:nvPr>
            <p:ph type="title"/>
          </p:nvPr>
        </p:nvSpPr>
        <p:spPr>
          <a:xfrm>
            <a:off x="720000" y="576000"/>
            <a:ext cx="8639640" cy="2519640"/>
          </a:xfrm>
          <a:prstGeom prst="rect">
            <a:avLst/>
          </a:prstGeom>
          <a:noFill/>
          <a:ln w="0">
            <a:noFill/>
          </a:ln>
        </p:spPr>
        <p:txBody>
          <a:bodyPr lIns="0" tIns="0" rIns="0" bIns="0" anchor="ctr">
            <a:normAutofit/>
          </a:bodyPr>
          <a:lstStyle>
            <a:lvl1pPr indent="0" algn="l" defTabSz="914400">
              <a:lnSpc>
                <a:spcPct val="90000"/>
              </a:lnSpc>
              <a:buNone/>
              <a:tabLst>
                <a:tab pos="0" algn="l"/>
              </a:tabLst>
              <a:defRPr lang="en-US" sz="4400" b="1" u="none" strike="noStrike">
                <a:solidFill>
                  <a:srgbClr val="FFFFFF"/>
                </a:solidFill>
                <a:effectLst/>
                <a:uFillTx/>
                <a:latin typeface="Noto Sans"/>
              </a:defRPr>
            </a:lvl1pPr>
          </a:lstStyle>
          <a:p>
            <a:pPr indent="0" algn="l" defTabSz="914400">
              <a:lnSpc>
                <a:spcPct val="90000"/>
              </a:lnSpc>
              <a:buNone/>
              <a:tabLst>
                <a:tab pos="0" algn="l"/>
              </a:tabLst>
            </a:pPr>
            <a:r>
              <a:rPr lang="en-US" sz="4400" b="1" u="none" strike="noStrike">
                <a:solidFill>
                  <a:srgbClr val="FFFFFF"/>
                </a:solidFill>
                <a:effectLst/>
                <a:uFillTx/>
                <a:latin typeface="Noto Sans"/>
              </a:rPr>
              <a:t>Click to edit the title text format</a:t>
            </a:r>
            <a:endParaRPr lang="en-US" sz="4400" b="1" u="none" strike="noStrike">
              <a:solidFill>
                <a:srgbClr val="FFFFFF"/>
              </a:solidFill>
              <a:effectLst/>
              <a:uFillTx/>
              <a:latin typeface="Noto Sans"/>
            </a:endParaRPr>
          </a:p>
        </p:txBody>
      </p:sp>
      <p:sp>
        <p:nvSpPr>
          <p:cNvPr id="98" name="PlaceHolder 2"/>
          <p:cNvSpPr>
            <a:spLocks noGrp="1"/>
          </p:cNvSpPr>
          <p:nvPr>
            <p:ph type="body"/>
          </p:nvPr>
        </p:nvSpPr>
        <p:spPr>
          <a:xfrm>
            <a:off x="720000" y="3312000"/>
            <a:ext cx="6839640" cy="1979640"/>
          </a:xfrm>
          <a:prstGeom prst="rect">
            <a:avLst/>
          </a:prstGeom>
          <a:noFill/>
          <a:ln w="0">
            <a:noFill/>
          </a:ln>
        </p:spPr>
        <p:txBody>
          <a:bodyPr lIns="0" tIns="0" rIns="0" bIns="0" anchor="t">
            <a:normAutofit fontScale="62500" lnSpcReduction="19999"/>
          </a:bodyPr>
          <a:lstStyle>
            <a:lvl1pPr algn="l" defTabSz="914400">
              <a:lnSpc>
                <a:spcPct val="90000"/>
              </a:lnSpc>
              <a:spcBef>
                <a:spcPts val="1417"/>
              </a:spcBef>
              <a:buClr>
                <a:srgbClr val="666666"/>
              </a:buClr>
              <a:buSzPct val="45000"/>
              <a:buFont typeface="Wingdings" charset="2"/>
              <a:buChar char=""/>
              <a:defRPr lang="en-US" sz="3200" b="0" u="none" strike="noStrike">
                <a:solidFill>
                  <a:srgbClr val="666666"/>
                </a:solidFill>
                <a:effectLst/>
                <a:uFillTx/>
                <a:latin typeface="Noto Sans"/>
              </a:defRPr>
            </a:lvl1pPr>
            <a:lvl2pPr lvl="1" algn="l" defTabSz="914400">
              <a:lnSpc>
                <a:spcPct val="90000"/>
              </a:lnSpc>
              <a:spcBef>
                <a:spcPts val="1134"/>
              </a:spcBef>
              <a:buClr>
                <a:srgbClr val="000000"/>
              </a:buClr>
              <a:buSzPct val="75000"/>
              <a:buFont typeface="Symbol" charset="2"/>
              <a:buChar char=""/>
              <a:defRPr lang="en-US" sz="3200" b="0" u="none" strike="noStrike">
                <a:solidFill>
                  <a:srgbClr val="666666"/>
                </a:solidFill>
                <a:effectLst/>
                <a:uFillTx/>
                <a:latin typeface="Noto Sans"/>
              </a:defRPr>
            </a:lvl2pPr>
            <a:lvl3pPr lvl="2" algn="l" defTabSz="914400">
              <a:lnSpc>
                <a:spcPct val="90000"/>
              </a:lnSpc>
              <a:spcBef>
                <a:spcPts val="850"/>
              </a:spcBef>
              <a:buClr>
                <a:srgbClr val="000000"/>
              </a:buClr>
              <a:buSzPct val="45000"/>
              <a:buFont typeface="Wingdings" charset="2"/>
              <a:buChar char=""/>
              <a:defRPr lang="en-US" sz="3200" b="0" u="none" strike="noStrike">
                <a:solidFill>
                  <a:srgbClr val="666666"/>
                </a:solidFill>
                <a:effectLst/>
                <a:uFillTx/>
                <a:latin typeface="Noto Sans"/>
              </a:defRPr>
            </a:lvl3pPr>
            <a:lvl4pPr lvl="3" algn="l" defTabSz="914400">
              <a:lnSpc>
                <a:spcPct val="90000"/>
              </a:lnSpc>
              <a:spcBef>
                <a:spcPts val="567"/>
              </a:spcBef>
              <a:buClr>
                <a:srgbClr val="000000"/>
              </a:buClr>
              <a:buSzPct val="75000"/>
              <a:buFont typeface="Symbol" charset="2"/>
              <a:buChar char=""/>
              <a:defRPr lang="en-US" sz="3200" b="0" u="none" strike="noStrike">
                <a:solidFill>
                  <a:srgbClr val="666666"/>
                </a:solidFill>
                <a:effectLst/>
                <a:uFillTx/>
                <a:latin typeface="Noto Sans"/>
              </a:defRPr>
            </a:lvl4pPr>
            <a:lvl5pPr lvl="4"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5pPr>
            <a:lvl6pPr lvl="5"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6pPr>
            <a:lvl7pPr lvl="6" algn="l" defTabSz="914400">
              <a:lnSpc>
                <a:spcPct val="90000"/>
              </a:lnSpc>
              <a:spcBef>
                <a:spcPts val="283"/>
              </a:spcBef>
              <a:buClr>
                <a:srgbClr val="000000"/>
              </a:buClr>
              <a:buSzPct val="45000"/>
              <a:buFont typeface="Wingdings" charset="2"/>
              <a:buChar char=""/>
              <a:defRPr lang="en-US" sz="3200" b="0" u="none" strike="noStrike">
                <a:solidFill>
                  <a:srgbClr val="666666"/>
                </a:solidFill>
                <a:effectLst/>
                <a:uFillTx/>
                <a:latin typeface="Noto Sans"/>
              </a:defRPr>
            </a:lvl7pPr>
          </a:lstStyle>
          <a:p>
            <a:pPr indent="-228600" algn="l" defTabSz="914400">
              <a:lnSpc>
                <a:spcPct val="90000"/>
              </a:lnSpc>
              <a:spcBef>
                <a:spcPts val="1417"/>
              </a:spcBef>
              <a:buClr>
                <a:srgbClr val="666666"/>
              </a:buClr>
              <a:buSzPct val="45000"/>
              <a:buFont typeface="Wingdings" charset="2"/>
              <a:buChar char=""/>
            </a:pPr>
            <a:r>
              <a:rPr lang="en-US" sz="3200" b="0" u="none" strike="noStrike">
                <a:solidFill>
                  <a:srgbClr val="666666"/>
                </a:solidFill>
                <a:effectLst/>
                <a:uFillTx/>
                <a:latin typeface="Noto Sans"/>
              </a:rPr>
              <a:t>Click to edit the outline text format</a:t>
            </a:r>
            <a:endParaRPr lang="en-US" sz="3200" b="0" u="none" strike="noStrike">
              <a:solidFill>
                <a:srgbClr val="666666"/>
              </a:solidFill>
              <a:effectLst/>
              <a:uFillTx/>
              <a:latin typeface="Noto Sans"/>
            </a:endParaRPr>
          </a:p>
          <a:p>
            <a:pPr marL="457200" lvl="1" indent="-324000" algn="l" defTabSz="914400">
              <a:lnSpc>
                <a:spcPct val="90000"/>
              </a:lnSpc>
              <a:spcBef>
                <a:spcPts val="1134"/>
              </a:spcBef>
              <a:buClr>
                <a:srgbClr val="000000"/>
              </a:buClr>
              <a:buSzPct val="75000"/>
              <a:buFont typeface="Symbol" charset="2"/>
              <a:buChar char=""/>
            </a:pPr>
            <a:r>
              <a:rPr lang="en-US" sz="3200" b="0" u="none" strike="noStrike">
                <a:solidFill>
                  <a:srgbClr val="666666"/>
                </a:solidFill>
                <a:effectLst/>
                <a:uFillTx/>
                <a:latin typeface="Noto Sans"/>
              </a:rPr>
              <a:t>Second Outline Level</a:t>
            </a:r>
            <a:endParaRPr lang="en-US" sz="3200" b="0" u="none" strike="noStrike">
              <a:solidFill>
                <a:srgbClr val="666666"/>
              </a:solidFill>
              <a:effectLst/>
              <a:uFillTx/>
              <a:latin typeface="Noto Sans"/>
            </a:endParaRPr>
          </a:p>
          <a:p>
            <a:pPr marL="914400" lvl="2" indent="-288000" algn="l" defTabSz="914400">
              <a:lnSpc>
                <a:spcPct val="90000"/>
              </a:lnSpc>
              <a:spcBef>
                <a:spcPts val="850"/>
              </a:spcBef>
              <a:buClr>
                <a:srgbClr val="000000"/>
              </a:buClr>
              <a:buSzPct val="45000"/>
              <a:buFont typeface="Wingdings" charset="2"/>
              <a:buChar char=""/>
            </a:pPr>
            <a:r>
              <a:rPr lang="en-US" sz="3200" b="0" u="none" strike="noStrike">
                <a:solidFill>
                  <a:srgbClr val="666666"/>
                </a:solidFill>
                <a:effectLst/>
                <a:uFillTx/>
                <a:latin typeface="Noto Sans"/>
              </a:rPr>
              <a:t>Third Outline Level</a:t>
            </a:r>
            <a:endParaRPr lang="en-US" sz="3200" b="0" u="none" strike="noStrike">
              <a:solidFill>
                <a:srgbClr val="666666"/>
              </a:solidFill>
              <a:effectLst/>
              <a:uFillTx/>
              <a:latin typeface="Noto Sans"/>
            </a:endParaRPr>
          </a:p>
          <a:p>
            <a:pPr marL="1371600" lvl="3" indent="-216000" algn="l" defTabSz="914400">
              <a:lnSpc>
                <a:spcPct val="90000"/>
              </a:lnSpc>
              <a:spcBef>
                <a:spcPts val="567"/>
              </a:spcBef>
              <a:buClr>
                <a:srgbClr val="000000"/>
              </a:buClr>
              <a:buSzPct val="75000"/>
              <a:buFont typeface="Symbol" charset="2"/>
              <a:buChar char=""/>
            </a:pPr>
            <a:r>
              <a:rPr lang="en-US" sz="3200" b="0" u="none" strike="noStrike">
                <a:solidFill>
                  <a:srgbClr val="666666"/>
                </a:solidFill>
                <a:effectLst/>
                <a:uFillTx/>
                <a:latin typeface="Noto Sans"/>
              </a:rPr>
              <a:t>Fourth Outline Level</a:t>
            </a:r>
            <a:endParaRPr lang="en-US" sz="3200" b="0" u="none" strike="noStrike">
              <a:solidFill>
                <a:srgbClr val="666666"/>
              </a:solidFill>
              <a:effectLst/>
              <a:uFillTx/>
              <a:latin typeface="Noto Sans"/>
            </a:endParaRPr>
          </a:p>
          <a:p>
            <a:pPr marL="1828800" lvl="4"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Fifth Outline Level</a:t>
            </a:r>
            <a:endParaRPr lang="en-US" sz="3200" b="0" u="none" strike="noStrike">
              <a:solidFill>
                <a:srgbClr val="666666"/>
              </a:solidFill>
              <a:effectLst/>
              <a:uFillTx/>
              <a:latin typeface="Noto Sans"/>
            </a:endParaRPr>
          </a:p>
          <a:p>
            <a:pPr marL="2286000" lvl="5"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Sixth Outline Level</a:t>
            </a:r>
            <a:endParaRPr lang="en-US" sz="3200" b="0" u="none" strike="noStrike">
              <a:solidFill>
                <a:srgbClr val="666666"/>
              </a:solidFill>
              <a:effectLst/>
              <a:uFillTx/>
              <a:latin typeface="Noto Sans"/>
            </a:endParaRPr>
          </a:p>
          <a:p>
            <a:pPr marL="2743200" lvl="6" indent="-216000" algn="l" defTabSz="914400">
              <a:lnSpc>
                <a:spcPct val="90000"/>
              </a:lnSpc>
              <a:spcBef>
                <a:spcPts val="283"/>
              </a:spcBef>
              <a:buClr>
                <a:srgbClr val="000000"/>
              </a:buClr>
              <a:buSzPct val="45000"/>
              <a:buFont typeface="Wingdings" charset="2"/>
              <a:buChar char=""/>
            </a:pPr>
            <a:r>
              <a:rPr lang="en-US" sz="3200" b="0" u="none" strike="noStrike">
                <a:solidFill>
                  <a:srgbClr val="666666"/>
                </a:solidFill>
                <a:effectLst/>
                <a:uFillTx/>
                <a:latin typeface="Noto Sans"/>
              </a:rPr>
              <a:t>Seventh Outline Level</a:t>
            </a:r>
            <a:endParaRPr lang="en-US" sz="3200" b="0" u="none" strike="noStrike">
              <a:solidFill>
                <a:srgbClr val="666666"/>
              </a:solidFill>
              <a:effectLst/>
              <a:uFillTx/>
              <a:latin typeface="Noto Sans"/>
            </a:endParaRPr>
          </a:p>
        </p:txBody>
      </p:sp>
      <p:sp>
        <p:nvSpPr>
          <p:cNvPr id="99" name="PlaceHolder 3"/>
          <p:cNvSpPr>
            <a:spLocks noGrp="1"/>
          </p:cNvSpPr>
          <p:nvPr>
            <p:ph type="ftr" idx="37"/>
          </p:nvPr>
        </p:nvSpPr>
        <p:spPr>
          <a:xfrm>
            <a:off x="3420000" y="5328000"/>
            <a:ext cx="3239640" cy="242280"/>
          </a:xfrm>
          <a:prstGeom prst="rect">
            <a:avLst/>
          </a:prstGeom>
          <a:noFill/>
          <a:ln w="0">
            <a:noFill/>
          </a:ln>
        </p:spPr>
        <p:txBody>
          <a:bodyPr lIns="0" tIns="0" rIns="0" bIns="0" anchor="t">
            <a:noAutofit/>
          </a:bodyPr>
          <a:lstStyle>
            <a:lvl1pPr indent="0" algn="ctr" defTabSz="914400">
              <a:lnSpc>
                <a:spcPct val="100000"/>
              </a:lnSpc>
              <a:buNone/>
              <a:tabLst>
                <a:tab pos="0" algn="l"/>
              </a:tabLst>
              <a:defRPr lang="en-US" sz="1400" b="0" u="none" strike="noStrike">
                <a:solidFill>
                  <a:srgbClr val="000000"/>
                </a:solidFill>
                <a:effectLst/>
                <a:uFillTx/>
                <a:latin typeface="Noto Sans"/>
                <a:ea typeface="DejaVu Sans"/>
              </a:defRPr>
            </a:lvl1pPr>
          </a:lstStyle>
          <a:p>
            <a:pPr indent="0" algn="ctr" defTabSz="914400">
              <a:lnSpc>
                <a:spcPct val="100000"/>
              </a:lnSpc>
              <a:buNone/>
              <a:tabLst>
                <a:tab pos="0" algn="l"/>
              </a:tabLst>
            </a:pPr>
            <a:r>
              <a:rPr lang="en-US" sz="1400" b="0" u="none" strike="noStrike">
                <a:solidFill>
                  <a:srgbClr val="000000"/>
                </a:solidFill>
                <a:effectLst/>
                <a:uFillTx/>
                <a:latin typeface="Noto Sans"/>
                <a:ea typeface="DejaVu Sans"/>
              </a:rPr>
              <a:t>&lt;footer&gt;</a:t>
            </a:r>
            <a:endParaRPr lang="en-US" sz="1400" b="0" u="none" strike="noStrike">
              <a:solidFill>
                <a:srgbClr val="000000"/>
              </a:solidFill>
              <a:effectLst/>
              <a:uFillTx/>
              <a:latin typeface="Times New Roman"/>
            </a:endParaRPr>
          </a:p>
        </p:txBody>
      </p:sp>
      <p:sp>
        <p:nvSpPr>
          <p:cNvPr id="100" name="PlaceHolder 4"/>
          <p:cNvSpPr>
            <a:spLocks noGrp="1"/>
          </p:cNvSpPr>
          <p:nvPr>
            <p:ph type="sldNum" idx="38"/>
          </p:nvPr>
        </p:nvSpPr>
        <p:spPr>
          <a:xfrm>
            <a:off x="7228800" y="5328000"/>
            <a:ext cx="2346840" cy="242280"/>
          </a:xfrm>
          <a:prstGeom prst="rect">
            <a:avLst/>
          </a:prstGeom>
          <a:noFill/>
          <a:ln w="0">
            <a:noFill/>
          </a:ln>
        </p:spPr>
        <p:txBody>
          <a:bodyPr lIns="0" tIns="0" rIns="0" bIns="0" anchor="t">
            <a:noAutofit/>
          </a:bodyPr>
          <a:lstStyle>
            <a:lvl1pPr indent="0" algn="r" defTabSz="914400">
              <a:lnSpc>
                <a:spcPct val="100000"/>
              </a:lnSpc>
              <a:buNone/>
              <a:tabLst>
                <a:tab pos="0" algn="l"/>
              </a:tabLst>
              <a:defRPr lang="en-US" sz="1400" b="0" u="none" strike="noStrike">
                <a:solidFill>
                  <a:srgbClr val="000000"/>
                </a:solidFill>
                <a:effectLst/>
                <a:uFillTx/>
                <a:latin typeface="Noto Sans"/>
                <a:ea typeface="DejaVu Sans"/>
              </a:defRPr>
            </a:lvl1pPr>
          </a:lstStyle>
          <a:p>
            <a:pPr indent="0" algn="r" defTabSz="914400">
              <a:lnSpc>
                <a:spcPct val="100000"/>
              </a:lnSpc>
              <a:buNone/>
              <a:tabLst>
                <a:tab pos="0" algn="l"/>
              </a:tabLst>
            </a:pPr>
            <a:fld id="{89D87083-71DF-4553-9C73-C2573696900A}" type="slidenum">
              <a:rPr lang="en-US" sz="1400" b="0" u="none" strike="noStrike">
                <a:solidFill>
                  <a:srgbClr val="000000"/>
                </a:solidFill>
                <a:effectLst/>
                <a:uFillTx/>
                <a:latin typeface="Noto Sans"/>
                <a:ea typeface="DejaVu Sans"/>
              </a:rPr>
              <a:t>&lt;number&gt;</a:t>
            </a:fld>
            <a:endParaRPr lang="en-US" sz="1400" b="0" u="none" strike="noStrike">
              <a:solidFill>
                <a:srgbClr val="000000"/>
              </a:solidFill>
              <a:effectLst/>
              <a:uFillTx/>
              <a:latin typeface="Times New Roman"/>
            </a:endParaRPr>
          </a:p>
        </p:txBody>
      </p:sp>
      <p:sp>
        <p:nvSpPr>
          <p:cNvPr id="101" name="PlaceHolder 5"/>
          <p:cNvSpPr>
            <a:spLocks noGrp="1"/>
          </p:cNvSpPr>
          <p:nvPr>
            <p:ph type="dt" idx="39"/>
          </p:nvPr>
        </p:nvSpPr>
        <p:spPr>
          <a:xfrm>
            <a:off x="504000" y="5328000"/>
            <a:ext cx="2346840" cy="242280"/>
          </a:xfrm>
          <a:prstGeom prst="rect">
            <a:avLst/>
          </a:prstGeom>
          <a:noFill/>
          <a:ln w="0">
            <a:noFill/>
          </a:ln>
        </p:spPr>
        <p:txBody>
          <a:bodyPr lIns="0" tIns="0" rIns="0" bIns="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2"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5.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Straight Connector 97"/>
          <p:cNvSpPr/>
          <p:nvPr/>
        </p:nvSpPr>
        <p:spPr>
          <a:xfrm>
            <a:off x="720000" y="3204000"/>
            <a:ext cx="6624000" cy="360"/>
          </a:xfrm>
          <a:prstGeom prst="line">
            <a:avLst/>
          </a:prstGeom>
          <a:ln cap="rnd" w="36000">
            <a:solidFill>
              <a:srgbClr val="FFFFFF"/>
            </a:solidFill>
            <a:round/>
          </a:ln>
        </p:spPr>
        <p:style>
          <a:lnRef idx="0"/>
          <a:fillRef idx="0"/>
          <a:effectRef idx="0"/>
          <a:fontRef idx="minor"/>
        </p:style>
        <p:txBody>
          <a:bodyPr lIns="0" tIns="0" rIns="0" bIns="0" anchor="ctr">
            <a:noAutofit/>
          </a:bodyPr>
          <a:p>
            <a:endParaRPr lang="en-US" sz="1800" b="0" u="none" strike="noStrike">
              <a:solidFill>
                <a:srgbClr val="0D84A1"/>
              </a:solidFill>
              <a:effectLst/>
              <a:uFillTx/>
              <a:latin typeface="Noto Sans"/>
            </a:endParaRPr>
          </a:p>
        </p:txBody>
      </p:sp>
      <p:sp>
        <p:nvSpPr>
          <p:cNvPr id="105" name="PlaceHolder 1"/>
          <p:cNvSpPr>
            <a:spLocks noGrp="1"/>
          </p:cNvSpPr>
          <p:nvPr>
            <p:ph type="title"/>
          </p:nvPr>
        </p:nvSpPr>
        <p:spPr>
          <a:xfrm>
            <a:off x="720000" y="576000"/>
            <a:ext cx="8639640" cy="2519640"/>
          </a:xfrm>
          <a:prstGeom prst="rect">
            <a:avLst/>
          </a:prstGeom>
          <a:noFill/>
          <a:ln w="0">
            <a:noFill/>
          </a:ln>
        </p:spPr>
        <p:txBody>
          <a:bodyPr lIns="0" tIns="0" rIns="0" bIns="0" anchor="ctr">
            <a:normAutofit/>
          </a:bodyPr>
          <a:p>
            <a:pPr indent="0" algn="l" defTabSz="914400">
              <a:lnSpc>
                <a:spcPct val="90000"/>
              </a:lnSpc>
              <a:buNone/>
              <a:tabLst>
                <a:tab pos="0" algn="l"/>
              </a:tabLst>
            </a:pPr>
            <a:r>
              <a:rPr lang="en-US" sz="7200" b="1" u="none" strike="noStrike">
                <a:solidFill>
                  <a:srgbClr val="FFFFFF"/>
                </a:solidFill>
                <a:effectLst/>
                <a:uFillTx/>
                <a:latin typeface="Noto Sans"/>
                <a:ea typeface="DejaVu Sans"/>
              </a:rPr>
              <a:t>The University of Lahore</a:t>
            </a:r>
            <a:endParaRPr lang="en-US" sz="7200" b="1" u="none" strike="noStrike">
              <a:solidFill>
                <a:srgbClr val="FFFFFF"/>
              </a:solidFill>
              <a:effectLst/>
              <a:uFillTx/>
              <a:latin typeface="Noto Sans"/>
            </a:endParaRPr>
          </a:p>
        </p:txBody>
      </p:sp>
      <p:sp>
        <p:nvSpPr>
          <p:cNvPr id="106" name="PlaceHolder 2"/>
          <p:cNvSpPr>
            <a:spLocks noGrp="1"/>
          </p:cNvSpPr>
          <p:nvPr>
            <p:ph type="subTitle"/>
          </p:nvPr>
        </p:nvSpPr>
        <p:spPr>
          <a:xfrm>
            <a:off x="720000" y="3312000"/>
            <a:ext cx="6839640" cy="1799640"/>
          </a:xfrm>
          <a:prstGeom prst="rect">
            <a:avLst/>
          </a:prstGeom>
          <a:noFill/>
          <a:ln w="0">
            <a:noFill/>
          </a:ln>
        </p:spPr>
        <p:txBody>
          <a:bodyPr lIns="0" tIns="0" rIns="0" bIns="0" anchor="t">
            <a:normAutofit/>
          </a:bodyPr>
          <a:p>
            <a:pPr marL="228600" indent="0" algn="l" defTabSz="914400">
              <a:lnSpc>
                <a:spcPct val="115000"/>
              </a:lnSpc>
              <a:spcBef>
                <a:spcPts val="1417"/>
              </a:spcBef>
              <a:buNone/>
              <a:tabLst>
                <a:tab pos="0" algn="l"/>
              </a:tabLst>
            </a:pPr>
            <a:r>
              <a:rPr lang="en-US" sz="3200" b="0" u="none" strike="noStrike">
                <a:solidFill>
                  <a:srgbClr val="FFFFFF"/>
                </a:solidFill>
                <a:effectLst/>
                <a:uFillTx/>
                <a:latin typeface="Noto Sans"/>
                <a:ea typeface="DejaVu Sans"/>
              </a:rPr>
              <a:t>Bs-Information Engineering Technology</a:t>
            </a:r>
            <a:endParaRPr lang="en-US" sz="3200" b="0" u="none" strike="noStrike">
              <a:solidFill>
                <a:srgbClr val="000000"/>
              </a:solidFill>
              <a:effectLst/>
              <a:uFillTx/>
              <a:latin typeface="Arial"/>
            </a:endParaRPr>
          </a:p>
          <a:p>
            <a:pPr marL="228600" indent="0" algn="l" defTabSz="914400">
              <a:lnSpc>
                <a:spcPct val="115000"/>
              </a:lnSpc>
              <a:spcBef>
                <a:spcPts val="1417"/>
              </a:spcBef>
              <a:buNone/>
              <a:tabLst>
                <a:tab pos="0" algn="l"/>
              </a:tabLst>
            </a:pPr>
            <a:r>
              <a:rPr lang="en-US" sz="1600" b="0" u="none" strike="noStrike">
                <a:solidFill>
                  <a:srgbClr val="000000"/>
                </a:solidFill>
                <a:effectLst/>
                <a:uFillTx/>
                <a:latin typeface="Noto Sans"/>
                <a:ea typeface="DejaVu Sans"/>
              </a:rPr>
              <a:t>Section: 5-I</a:t>
            </a:r>
            <a:endParaRPr lang="en-US" sz="1600" b="0" u="none" strike="noStrike">
              <a:solidFill>
                <a:srgbClr val="000000"/>
              </a:solidFill>
              <a:effectLst/>
              <a:uFillTx/>
              <a:latin typeface="Arial"/>
            </a:endParaRPr>
          </a:p>
        </p:txBody>
      </p:sp>
    </p:spTree>
  </p:cSld>
  <p:transition>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601200" y="423000"/>
            <a:ext cx="8999640" cy="719640"/>
          </a:xfrm>
          <a:prstGeom prst="rect">
            <a:avLst/>
          </a:prstGeom>
          <a:noFill/>
          <a:ln w="0">
            <a:noFill/>
          </a:ln>
        </p:spPr>
        <p:txBody>
          <a:bodyPr lIns="0" tIns="0" rIns="0" bIns="0" anchor="ctr">
            <a:normAutofit/>
          </a:bodyPr>
          <a:p>
            <a:pPr indent="0" algn="ctr" defTabSz="914400">
              <a:lnSpc>
                <a:spcPct val="90000"/>
              </a:lnSpc>
              <a:buNone/>
              <a:tabLst>
                <a:tab pos="0" algn="l"/>
              </a:tabLst>
            </a:pPr>
            <a:r>
              <a:rPr lang="en-US" sz="4400" b="1" u="none" strike="noStrike">
                <a:solidFill>
                  <a:srgbClr val="FFFFFF"/>
                </a:solidFill>
                <a:effectLst/>
                <a:uFillTx/>
                <a:latin typeface="Noto Sans"/>
                <a:ea typeface="DejaVu Sans"/>
              </a:rPr>
              <a:t>Group Members</a:t>
            </a:r>
            <a:endParaRPr lang="en-US" sz="4400" b="1" u="none" strike="noStrike">
              <a:solidFill>
                <a:srgbClr val="FFFFFF"/>
              </a:solidFill>
              <a:effectLst/>
              <a:uFillTx/>
              <a:latin typeface="Noto Sans"/>
            </a:endParaRPr>
          </a:p>
        </p:txBody>
      </p:sp>
      <p:sp>
        <p:nvSpPr>
          <p:cNvPr id="108" name="PlaceHolder 2"/>
          <p:cNvSpPr>
            <a:spLocks noGrp="1"/>
          </p:cNvSpPr>
          <p:nvPr>
            <p:ph type="subTitle"/>
          </p:nvPr>
        </p:nvSpPr>
        <p:spPr>
          <a:xfrm>
            <a:off x="457200" y="1914840"/>
            <a:ext cx="8999640" cy="1971360"/>
          </a:xfrm>
          <a:prstGeom prst="rect">
            <a:avLst/>
          </a:prstGeom>
          <a:noFill/>
          <a:ln w="0">
            <a:noFill/>
          </a:ln>
        </p:spPr>
        <p:txBody>
          <a:bodyPr lIns="0" tIns="0" rIns="0" bIns="0" anchor="ctr" anchorCtr="1">
            <a:spAutoFit/>
          </a:bodyPr>
          <a:p>
            <a:pPr marL="228600" indent="0" algn="l" defTabSz="914400">
              <a:lnSpc>
                <a:spcPct val="90000"/>
              </a:lnSpc>
              <a:spcBef>
                <a:spcPts val="1191"/>
              </a:spcBef>
              <a:spcAft>
                <a:spcPts val="992"/>
              </a:spcAft>
              <a:buNone/>
              <a:tabLst>
                <a:tab pos="0" algn="l"/>
              </a:tabLst>
            </a:pPr>
            <a:r>
              <a:rPr lang="en-US" sz="1600" b="1" u="none" strike="noStrike">
                <a:solidFill>
                  <a:srgbClr val="FFFFFF"/>
                </a:solidFill>
                <a:effectLst/>
                <a:uFillTx/>
                <a:latin typeface="Noto Sans"/>
                <a:ea typeface="DejaVu Sans"/>
              </a:rPr>
              <a:t>70153904 Muhammad Saad Khan</a:t>
            </a:r>
            <a:endParaRPr lang="en-US" sz="1600" b="0" u="none" strike="noStrike">
              <a:solidFill>
                <a:srgbClr val="000000"/>
              </a:solidFill>
              <a:effectLst/>
              <a:uFillTx/>
              <a:latin typeface="Arial"/>
            </a:endParaRPr>
          </a:p>
          <a:p>
            <a:pPr marL="228600" indent="0" algn="l" defTabSz="914400">
              <a:lnSpc>
                <a:spcPct val="90000"/>
              </a:lnSpc>
              <a:spcBef>
                <a:spcPts val="1191"/>
              </a:spcBef>
              <a:spcAft>
                <a:spcPts val="992"/>
              </a:spcAft>
              <a:buNone/>
              <a:tabLst>
                <a:tab pos="0" algn="l"/>
              </a:tabLst>
            </a:pPr>
            <a:r>
              <a:rPr lang="en-US" sz="1600" b="0" u="none" strike="noStrike">
                <a:solidFill>
                  <a:srgbClr val="FFFFFF"/>
                </a:solidFill>
                <a:effectLst/>
                <a:uFillTx/>
                <a:latin typeface="Noto Sans"/>
                <a:ea typeface="DejaVu Sans"/>
              </a:rPr>
              <a:t>70152951 Muhammad Shahrose Rafique</a:t>
            </a:r>
            <a:endParaRPr lang="en-US" sz="1600" b="0" u="none" strike="noStrike">
              <a:solidFill>
                <a:srgbClr val="000000"/>
              </a:solidFill>
              <a:effectLst/>
              <a:uFillTx/>
              <a:latin typeface="Arial"/>
            </a:endParaRPr>
          </a:p>
          <a:p>
            <a:pPr marL="228600" indent="0" algn="l" defTabSz="914400">
              <a:lnSpc>
                <a:spcPct val="90000"/>
              </a:lnSpc>
              <a:spcBef>
                <a:spcPts val="1191"/>
              </a:spcBef>
              <a:spcAft>
                <a:spcPts val="992"/>
              </a:spcAft>
              <a:buNone/>
              <a:tabLst>
                <a:tab pos="0" algn="l"/>
              </a:tabLst>
            </a:pPr>
            <a:r>
              <a:rPr lang="en-US" sz="1600" b="0" u="none" strike="noStrike">
                <a:solidFill>
                  <a:srgbClr val="FFFFFF"/>
                </a:solidFill>
                <a:effectLst/>
                <a:uFillTx/>
                <a:latin typeface="Noto Sans"/>
                <a:ea typeface="DejaVu Sans"/>
              </a:rPr>
              <a:t>70152488 Junaid Ahmad</a:t>
            </a:r>
            <a:endParaRPr lang="en-US" sz="1600" b="0" u="none" strike="noStrike">
              <a:solidFill>
                <a:srgbClr val="000000"/>
              </a:solidFill>
              <a:effectLst/>
              <a:uFillTx/>
              <a:latin typeface="Arial"/>
            </a:endParaRPr>
          </a:p>
          <a:p>
            <a:pPr marL="228600" indent="0" algn="l" defTabSz="914400">
              <a:lnSpc>
                <a:spcPct val="90000"/>
              </a:lnSpc>
              <a:spcBef>
                <a:spcPts val="1191"/>
              </a:spcBef>
              <a:spcAft>
                <a:spcPts val="992"/>
              </a:spcAft>
              <a:buNone/>
              <a:tabLst>
                <a:tab pos="0" algn="l"/>
              </a:tabLst>
            </a:pPr>
            <a:r>
              <a:rPr lang="en-US" sz="1600" b="0" u="none" strike="noStrike">
                <a:solidFill>
                  <a:srgbClr val="FFFFFF"/>
                </a:solidFill>
                <a:effectLst/>
                <a:uFillTx/>
                <a:latin typeface="Noto Sans"/>
                <a:ea typeface="DejaVu Sans"/>
              </a:rPr>
              <a:t>70149352 Mohsin Qureshi</a:t>
            </a:r>
            <a:endParaRPr lang="en-US" sz="1600" b="0" u="none" strike="noStrike">
              <a:solidFill>
                <a:srgbClr val="000000"/>
              </a:solidFill>
              <a:effectLst/>
              <a:uFillTx/>
              <a:latin typeface="Arial"/>
            </a:endParaRPr>
          </a:p>
        </p:txBody>
      </p:sp>
    </p:spTree>
  </p:cSld>
  <p:transition>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5715000" y="720000"/>
            <a:ext cx="4004640" cy="946080"/>
          </a:xfrm>
          <a:prstGeom prst="rect">
            <a:avLst/>
          </a:prstGeom>
          <a:noFill/>
          <a:ln w="0">
            <a:noFill/>
          </a:ln>
        </p:spPr>
        <p:txBody>
          <a:bodyPr lIns="0" tIns="0" rIns="0" bIns="0" anchor="ctr">
            <a:normAutofit/>
          </a:bodyPr>
          <a:p>
            <a:pPr indent="0" algn="ctr" defTabSz="914400">
              <a:lnSpc>
                <a:spcPct val="90000"/>
              </a:lnSpc>
              <a:buNone/>
              <a:tabLst>
                <a:tab pos="0" algn="l"/>
              </a:tabLst>
            </a:pPr>
            <a:r>
              <a:rPr lang="en-US" sz="4400" b="1" u="none" strike="noStrike">
                <a:solidFill>
                  <a:srgbClr val="0D84A1"/>
                </a:solidFill>
                <a:effectLst/>
                <a:uFillTx/>
                <a:latin typeface="Noto Sans"/>
                <a:ea typeface="DejaVu Sans"/>
              </a:rPr>
              <a:t>TechFix</a:t>
            </a:r>
            <a:endParaRPr lang="en-US" sz="4400" b="1" u="none" strike="noStrike">
              <a:solidFill>
                <a:srgbClr val="0D84A1"/>
              </a:solidFill>
              <a:effectLst/>
              <a:uFillTx/>
              <a:latin typeface="Noto Sans"/>
            </a:endParaRPr>
          </a:p>
        </p:txBody>
      </p:sp>
      <p:sp>
        <p:nvSpPr>
          <p:cNvPr id="110" name="PlaceHolder 2"/>
          <p:cNvSpPr>
            <a:spLocks noGrp="1"/>
          </p:cNvSpPr>
          <p:nvPr>
            <p:ph/>
          </p:nvPr>
        </p:nvSpPr>
        <p:spPr>
          <a:xfrm>
            <a:off x="5652000" y="1828800"/>
            <a:ext cx="4049640" cy="2971440"/>
          </a:xfrm>
          <a:prstGeom prst="rect">
            <a:avLst/>
          </a:prstGeom>
          <a:noFill/>
          <a:ln w="0">
            <a:noFill/>
          </a:ln>
        </p:spPr>
        <p:txBody>
          <a:bodyPr lIns="0" tIns="0" rIns="0" bIns="0" anchor="t">
            <a:noAutofit/>
          </a:bodyPr>
          <a:p>
            <a:pPr marL="432000" indent="0" algn="l" defTabSz="914400">
              <a:lnSpc>
                <a:spcPct val="100000"/>
              </a:lnSpc>
              <a:spcBef>
                <a:spcPts val="1417"/>
              </a:spcBef>
              <a:buNone/>
              <a:tabLst>
                <a:tab pos="0" algn="l"/>
              </a:tabLst>
            </a:pPr>
            <a:r>
              <a:rPr lang="en-US" sz="2800" b="0" u="none" strike="noStrike">
                <a:solidFill>
                  <a:srgbClr val="666666"/>
                </a:solidFill>
                <a:effectLst/>
                <a:uFillTx/>
                <a:latin typeface="Noto Sans"/>
                <a:ea typeface="DejaVu Sans"/>
              </a:rPr>
              <a:t>A practical, centralized digital repair workflow management system for local repair shops (mobile, laptop, gaming consoles repair).</a:t>
            </a:r>
            <a:endParaRPr lang="en-US" sz="2800" b="0" u="none" strike="noStrike">
              <a:solidFill>
                <a:srgbClr val="666666"/>
              </a:solidFill>
              <a:effectLst/>
              <a:uFillTx/>
              <a:latin typeface="Noto Sans"/>
            </a:endParaRPr>
          </a:p>
        </p:txBody>
      </p:sp>
      <p:pic>
        <p:nvPicPr>
          <p:cNvPr id="111" name="Picture 104"/>
          <p:cNvPicPr/>
          <p:nvPr/>
        </p:nvPicPr>
        <p:blipFill>
          <a:blip r:embed="rId1"/>
          <a:stretch/>
        </p:blipFill>
        <p:spPr>
          <a:xfrm>
            <a:off x="504000" y="720000"/>
            <a:ext cx="3783960" cy="4244400"/>
          </a:xfrm>
          <a:prstGeom prst="rect">
            <a:avLst/>
          </a:prstGeom>
          <a:noFill/>
          <a:ln w="0">
            <a:noFill/>
          </a:ln>
        </p:spPr>
      </p:pic>
    </p:spTree>
  </p:cSld>
  <p:transition>
    <p:fad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p:nvPr>
        </p:nvSpPr>
        <p:spPr>
          <a:xfrm>
            <a:off x="252000" y="2743200"/>
            <a:ext cx="3023640" cy="2512440"/>
          </a:xfrm>
          <a:prstGeom prst="rect">
            <a:avLst/>
          </a:prstGeom>
          <a:noFill/>
          <a:ln w="0">
            <a:noFill/>
          </a:ln>
        </p:spPr>
        <p:txBody>
          <a:bodyPr lIns="0" tIns="0" rIns="0" bIns="0" anchor="t">
            <a:normAutofit/>
          </a:bodyPr>
          <a:p>
            <a:pPr marL="432000" indent="-324000" algn="l" defTabSz="914400">
              <a:lnSpc>
                <a:spcPct val="100000"/>
              </a:lnSpc>
              <a:spcBef>
                <a:spcPts val="1417"/>
              </a:spcBef>
              <a:buClr>
                <a:srgbClr val="666666"/>
              </a:buClr>
              <a:buSzPct val="45000"/>
              <a:buFont typeface="Wingdings" charset="2"/>
              <a:buChar char=""/>
            </a:pPr>
            <a:r>
              <a:rPr lang="en-US" sz="3200" b="0" u="none" strike="noStrike">
                <a:solidFill>
                  <a:srgbClr val="666666"/>
                </a:solidFill>
                <a:effectLst/>
                <a:uFillTx/>
                <a:latin typeface="Noto Sans"/>
                <a:ea typeface="DejaVu Sans"/>
              </a:rPr>
              <a:t>What: </a:t>
            </a:r>
            <a:endParaRPr lang="en-US" sz="3200" b="0" u="none" strike="noStrike">
              <a:solidFill>
                <a:srgbClr val="666666"/>
              </a:solidFill>
              <a:effectLst/>
              <a:uFillTx/>
              <a:latin typeface="Noto Sans"/>
            </a:endParaRPr>
          </a:p>
          <a:p>
            <a:pPr marL="432000" indent="0" algn="l" defTabSz="914400">
              <a:lnSpc>
                <a:spcPct val="100000"/>
              </a:lnSpc>
              <a:spcBef>
                <a:spcPts val="1417"/>
              </a:spcBef>
              <a:buNone/>
              <a:tabLst>
                <a:tab pos="0" algn="l"/>
              </a:tabLst>
            </a:pPr>
            <a:r>
              <a:rPr lang="en-US" sz="3200" b="0" u="none" strike="noStrike">
                <a:solidFill>
                  <a:srgbClr val="666666"/>
                </a:solidFill>
                <a:effectLst/>
                <a:uFillTx/>
                <a:latin typeface="Noto Sans"/>
                <a:ea typeface="DejaVu Sans"/>
              </a:rPr>
              <a:t>The definition of the product</a:t>
            </a:r>
            <a:endParaRPr lang="en-US" sz="3200" b="0" u="none" strike="noStrike">
              <a:solidFill>
                <a:srgbClr val="666666"/>
              </a:solidFill>
              <a:effectLst/>
              <a:uFillTx/>
              <a:latin typeface="Noto Sans"/>
            </a:endParaRPr>
          </a:p>
        </p:txBody>
      </p:sp>
      <p:sp>
        <p:nvSpPr>
          <p:cNvPr id="113" name="PlaceHolder 2"/>
          <p:cNvSpPr>
            <a:spLocks noGrp="1"/>
          </p:cNvSpPr>
          <p:nvPr>
            <p:ph/>
          </p:nvPr>
        </p:nvSpPr>
        <p:spPr>
          <a:xfrm>
            <a:off x="3528000" y="2743200"/>
            <a:ext cx="3023640" cy="2512440"/>
          </a:xfrm>
          <a:prstGeom prst="rect">
            <a:avLst/>
          </a:prstGeom>
          <a:noFill/>
          <a:ln w="0">
            <a:noFill/>
          </a:ln>
        </p:spPr>
        <p:txBody>
          <a:bodyPr lIns="0" tIns="0" rIns="0" bIns="0" anchor="t">
            <a:normAutofit/>
          </a:bodyPr>
          <a:p>
            <a:pPr marL="432000" indent="-324000" algn="l" defTabSz="914400">
              <a:lnSpc>
                <a:spcPct val="100000"/>
              </a:lnSpc>
              <a:spcBef>
                <a:spcPts val="1417"/>
              </a:spcBef>
              <a:buClr>
                <a:srgbClr val="666666"/>
              </a:buClr>
              <a:buSzPct val="45000"/>
              <a:buFont typeface="Wingdings" charset="2"/>
              <a:buChar char=""/>
            </a:pPr>
            <a:r>
              <a:rPr lang="en-US" sz="3200" b="0" u="none" strike="noStrike">
                <a:solidFill>
                  <a:srgbClr val="666666"/>
                </a:solidFill>
                <a:effectLst/>
                <a:uFillTx/>
                <a:latin typeface="Noto Sans"/>
                <a:ea typeface="DejaVu Sans"/>
              </a:rPr>
              <a:t>Why: </a:t>
            </a:r>
            <a:endParaRPr lang="en-US" sz="3200" b="0" u="none" strike="noStrike">
              <a:solidFill>
                <a:srgbClr val="666666"/>
              </a:solidFill>
              <a:effectLst/>
              <a:uFillTx/>
              <a:latin typeface="Noto Sans"/>
            </a:endParaRPr>
          </a:p>
          <a:p>
            <a:pPr marL="432000" indent="0" algn="l" defTabSz="914400">
              <a:lnSpc>
                <a:spcPct val="100000"/>
              </a:lnSpc>
              <a:spcBef>
                <a:spcPts val="1417"/>
              </a:spcBef>
              <a:buNone/>
              <a:tabLst>
                <a:tab pos="0" algn="l"/>
              </a:tabLst>
            </a:pPr>
            <a:r>
              <a:rPr lang="en-US" sz="3200" b="0" u="none" strike="noStrike">
                <a:solidFill>
                  <a:srgbClr val="666666"/>
                </a:solidFill>
                <a:effectLst/>
                <a:uFillTx/>
                <a:latin typeface="Noto Sans"/>
                <a:ea typeface="DejaVu Sans"/>
              </a:rPr>
              <a:t>Justification for it’s existence</a:t>
            </a:r>
            <a:endParaRPr lang="en-US" sz="3200" b="0" u="none" strike="noStrike">
              <a:solidFill>
                <a:srgbClr val="666666"/>
              </a:solidFill>
              <a:effectLst/>
              <a:uFillTx/>
              <a:latin typeface="Noto Sans"/>
            </a:endParaRPr>
          </a:p>
        </p:txBody>
      </p:sp>
      <p:sp>
        <p:nvSpPr>
          <p:cNvPr id="114" name="PlaceHolder 3"/>
          <p:cNvSpPr>
            <a:spLocks noGrp="1"/>
          </p:cNvSpPr>
          <p:nvPr>
            <p:ph/>
          </p:nvPr>
        </p:nvSpPr>
        <p:spPr>
          <a:xfrm>
            <a:off x="6804000" y="2743200"/>
            <a:ext cx="3023640" cy="2512440"/>
          </a:xfrm>
          <a:prstGeom prst="rect">
            <a:avLst/>
          </a:prstGeom>
          <a:noFill/>
          <a:ln w="0">
            <a:noFill/>
          </a:ln>
        </p:spPr>
        <p:txBody>
          <a:bodyPr lIns="0" tIns="0" rIns="0" bIns="0" anchor="t">
            <a:normAutofit/>
          </a:bodyPr>
          <a:p>
            <a:pPr marL="432000" indent="-324000" algn="l" defTabSz="914400">
              <a:lnSpc>
                <a:spcPct val="100000"/>
              </a:lnSpc>
              <a:spcBef>
                <a:spcPts val="1417"/>
              </a:spcBef>
              <a:buClr>
                <a:srgbClr val="666666"/>
              </a:buClr>
              <a:buSzPct val="45000"/>
              <a:buFont typeface="Wingdings" charset="2"/>
              <a:buChar char=""/>
            </a:pPr>
            <a:r>
              <a:rPr lang="en-US" sz="3200" b="0" u="none" strike="noStrike">
                <a:solidFill>
                  <a:srgbClr val="666666"/>
                </a:solidFill>
                <a:effectLst/>
                <a:uFillTx/>
                <a:latin typeface="Noto Sans"/>
                <a:ea typeface="DejaVu Sans"/>
              </a:rPr>
              <a:t>How: </a:t>
            </a:r>
            <a:endParaRPr lang="en-US" sz="3200" b="0" u="none" strike="noStrike">
              <a:solidFill>
                <a:srgbClr val="666666"/>
              </a:solidFill>
              <a:effectLst/>
              <a:uFillTx/>
              <a:latin typeface="Noto Sans"/>
            </a:endParaRPr>
          </a:p>
          <a:p>
            <a:pPr marL="432000" indent="0" algn="l" defTabSz="914400">
              <a:lnSpc>
                <a:spcPct val="100000"/>
              </a:lnSpc>
              <a:spcBef>
                <a:spcPts val="1417"/>
              </a:spcBef>
              <a:buNone/>
              <a:tabLst>
                <a:tab pos="0" algn="l"/>
              </a:tabLst>
            </a:pPr>
            <a:r>
              <a:rPr lang="en-US" sz="3200" b="0" u="none" strike="noStrike">
                <a:solidFill>
                  <a:srgbClr val="666666"/>
                </a:solidFill>
                <a:effectLst/>
                <a:uFillTx/>
                <a:latin typeface="Noto Sans"/>
                <a:ea typeface="DejaVu Sans"/>
              </a:rPr>
              <a:t>The technical methodology </a:t>
            </a:r>
            <a:endParaRPr lang="en-US" sz="3200" b="0" u="none" strike="noStrike">
              <a:solidFill>
                <a:srgbClr val="666666"/>
              </a:solidFill>
              <a:effectLst/>
              <a:uFillTx/>
              <a:latin typeface="Noto Sans"/>
            </a:endParaRPr>
          </a:p>
        </p:txBody>
      </p:sp>
      <p:sp>
        <p:nvSpPr>
          <p:cNvPr id="115" name="PlaceHolder 4"/>
          <p:cNvSpPr>
            <a:spLocks noGrp="1"/>
          </p:cNvSpPr>
          <p:nvPr>
            <p:ph type="title"/>
          </p:nvPr>
        </p:nvSpPr>
        <p:spPr>
          <a:xfrm>
            <a:off x="504000" y="324000"/>
            <a:ext cx="9071640" cy="1799640"/>
          </a:xfrm>
          <a:prstGeom prst="rect">
            <a:avLst/>
          </a:prstGeom>
          <a:noFill/>
          <a:ln w="0">
            <a:noFill/>
          </a:ln>
        </p:spPr>
        <p:txBody>
          <a:bodyPr lIns="0" tIns="0" rIns="0" bIns="0" anchor="ctr">
            <a:normAutofit/>
          </a:bodyPr>
          <a:p>
            <a:pPr indent="0" algn="ctr" defTabSz="914400">
              <a:lnSpc>
                <a:spcPct val="90000"/>
              </a:lnSpc>
              <a:buNone/>
              <a:tabLst>
                <a:tab pos="0" algn="l"/>
              </a:tabLst>
            </a:pPr>
            <a:r>
              <a:rPr lang="en-US" sz="7200" b="1" u="none" strike="noStrike">
                <a:solidFill>
                  <a:srgbClr val="FFFFFF"/>
                </a:solidFill>
                <a:effectLst/>
                <a:uFillTx/>
                <a:latin typeface="Noto Sans"/>
                <a:ea typeface="DejaVu Sans"/>
              </a:rPr>
              <a:t>What, Why, How</a:t>
            </a:r>
            <a:endParaRPr lang="en-US" sz="7200" b="1" u="none" strike="noStrike">
              <a:solidFill>
                <a:srgbClr val="FFFFFF"/>
              </a:solidFill>
              <a:effectLst/>
              <a:uFillTx/>
              <a:latin typeface="Noto Sans"/>
            </a:endParaRPr>
          </a:p>
        </p:txBody>
      </p:sp>
    </p:spTree>
  </p:cSld>
  <p:transition>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504000" y="216000"/>
            <a:ext cx="9071640" cy="1079640"/>
          </a:xfrm>
          <a:prstGeom prst="rect">
            <a:avLst/>
          </a:prstGeom>
          <a:noFill/>
          <a:ln w="0">
            <a:noFill/>
          </a:ln>
        </p:spPr>
        <p:txBody>
          <a:bodyPr lIns="0" tIns="0" rIns="0" bIns="0" anchor="ctr">
            <a:normAutofit/>
          </a:bodyPr>
          <a:p>
            <a:pPr indent="0" algn="l" defTabSz="914400">
              <a:lnSpc>
                <a:spcPct val="90000"/>
              </a:lnSpc>
              <a:buNone/>
              <a:tabLst>
                <a:tab pos="0" algn="l"/>
              </a:tabLst>
            </a:pPr>
            <a:r>
              <a:rPr lang="en-US" sz="5400" b="1" u="none" strike="noStrike">
                <a:solidFill>
                  <a:srgbClr val="FFFFFF"/>
                </a:solidFill>
                <a:effectLst/>
                <a:highlight>
                  <a:srgbClr val="0D84A1"/>
                </a:highlight>
                <a:uFillTx/>
                <a:latin typeface="Noto Sans"/>
                <a:ea typeface="DejaVu Sans"/>
              </a:rPr>
              <a:t>What is TechFix?</a:t>
            </a:r>
            <a:endParaRPr lang="en-US" sz="5400" b="1" u="none" strike="noStrike">
              <a:solidFill>
                <a:srgbClr val="FFFFFF"/>
              </a:solidFill>
              <a:effectLst/>
              <a:highlight>
                <a:srgbClr val="0D84A1"/>
              </a:highlight>
              <a:uFillTx/>
              <a:latin typeface="Noto Sans"/>
            </a:endParaRPr>
          </a:p>
        </p:txBody>
      </p:sp>
      <p:sp>
        <p:nvSpPr>
          <p:cNvPr id="117" name="TextBox 110"/>
          <p:cNvSpPr/>
          <p:nvPr/>
        </p:nvSpPr>
        <p:spPr>
          <a:xfrm>
            <a:off x="457200" y="1600200"/>
            <a:ext cx="8999640" cy="3428640"/>
          </a:xfrm>
          <a:prstGeom prst="rect">
            <a:avLst/>
          </a:prstGeom>
          <a:solidFill>
            <a:srgbClr val="FFFFFF"/>
          </a:solidFill>
          <a:ln cap="rnd" w="36000">
            <a:solidFill>
              <a:srgbClr val="0D84A1"/>
            </a:solidFill>
            <a:round/>
          </a:ln>
        </p:spPr>
        <p:style>
          <a:lnRef idx="0"/>
          <a:fillRef idx="0"/>
          <a:effectRef idx="0"/>
          <a:fontRef idx="minor"/>
        </p:style>
        <p:txBody>
          <a:bodyPr lIns="0" tIns="0" rIns="0" bIns="0" anchor="ctr" anchorCtr="1">
            <a:normAutofit/>
          </a:bodyPr>
          <a:p>
            <a:pPr marL="216000" indent="-216000" defTabSz="914400">
              <a:lnSpc>
                <a:spcPct val="100000"/>
              </a:lnSpc>
              <a:spcBef>
                <a:spcPts val="1191"/>
              </a:spcBef>
              <a:spcAft>
                <a:spcPts val="992"/>
              </a:spcAft>
              <a:buClr>
                <a:srgbClr val="000000"/>
              </a:buClr>
              <a:buSzPct val="45000"/>
              <a:buFont typeface="Wingdings" charset="2"/>
              <a:buChar char=""/>
            </a:pPr>
            <a:r>
              <a:rPr lang="en-US" sz="1600" b="0" u="none" strike="noStrike">
                <a:solidFill>
                  <a:srgbClr val="000000"/>
                </a:solidFill>
                <a:effectLst/>
                <a:uFillTx/>
                <a:latin typeface="Noto Sans"/>
                <a:ea typeface="DejaVu Sans"/>
              </a:rPr>
              <a:t>TechFix is a centralized database system that tracks a device from the moment it's "Checked In" to the moment it's "Collected" by the customer. The system allows:</a:t>
            </a:r>
            <a:endParaRPr lang="en-US" sz="16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0" u="none" strike="noStrike">
                <a:solidFill>
                  <a:srgbClr val="000000"/>
                </a:solidFill>
                <a:effectLst/>
                <a:uFillTx/>
                <a:latin typeface="Noto Sans"/>
                <a:ea typeface="DejaVu Sans"/>
              </a:rPr>
              <a:t>Technicians to check in devices, create repair jobs, update progress, and log parts used.</a:t>
            </a:r>
            <a:endParaRPr lang="en-US" sz="16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0" u="none" strike="noStrike">
                <a:solidFill>
                  <a:srgbClr val="000000"/>
                </a:solidFill>
                <a:effectLst/>
                <a:uFillTx/>
                <a:latin typeface="Noto Sans"/>
                <a:ea typeface="DejaVu Sans"/>
              </a:rPr>
              <a:t>Managers to view dashboards showing all repairs and inventory usage.</a:t>
            </a:r>
            <a:endParaRPr lang="en-US" sz="16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0" u="none" strike="noStrike">
                <a:solidFill>
                  <a:srgbClr val="000000"/>
                </a:solidFill>
                <a:effectLst/>
                <a:uFillTx/>
                <a:latin typeface="Noto Sans"/>
                <a:ea typeface="DejaVu Sans"/>
              </a:rPr>
              <a:t>Customers to check the status of their device repair.</a:t>
            </a:r>
            <a:endParaRPr lang="en-US" sz="1600" b="0" u="none" strike="noStrike">
              <a:solidFill>
                <a:srgbClr val="000000"/>
              </a:solidFill>
              <a:effectLst/>
              <a:uFillTx/>
              <a:latin typeface="Arial"/>
            </a:endParaRPr>
          </a:p>
          <a:p>
            <a:pPr defTabSz="914400">
              <a:lnSpc>
                <a:spcPct val="100000"/>
              </a:lnSpc>
              <a:spcBef>
                <a:spcPts val="1191"/>
              </a:spcBef>
              <a:spcAft>
                <a:spcPts val="992"/>
              </a:spcAft>
            </a:pPr>
            <a:endParaRPr lang="en-US" sz="1600" b="0" u="none" strike="noStrike">
              <a:solidFill>
                <a:srgbClr val="000000"/>
              </a:solidFill>
              <a:effectLst/>
              <a:uFillTx/>
              <a:latin typeface="Arial"/>
            </a:endParaRPr>
          </a:p>
        </p:txBody>
      </p:sp>
    </p:spTree>
  </p:cSld>
  <p:transition>
    <p:fad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504000" y="216000"/>
            <a:ext cx="9071640" cy="1079640"/>
          </a:xfrm>
          <a:prstGeom prst="rect">
            <a:avLst/>
          </a:prstGeom>
          <a:noFill/>
          <a:ln w="0">
            <a:noFill/>
          </a:ln>
        </p:spPr>
        <p:txBody>
          <a:bodyPr lIns="0" tIns="0" rIns="0" bIns="0" anchor="ctr">
            <a:normAutofit/>
          </a:bodyPr>
          <a:p>
            <a:pPr indent="0" algn="l" defTabSz="914400">
              <a:lnSpc>
                <a:spcPct val="90000"/>
              </a:lnSpc>
              <a:buNone/>
              <a:tabLst>
                <a:tab pos="0" algn="l"/>
              </a:tabLst>
            </a:pPr>
            <a:r>
              <a:rPr lang="en-US" sz="5400" b="1" u="none" strike="noStrike">
                <a:solidFill>
                  <a:srgbClr val="FFFFFF"/>
                </a:solidFill>
                <a:effectLst/>
                <a:highlight>
                  <a:srgbClr val="0D84A1"/>
                </a:highlight>
                <a:uFillTx/>
                <a:latin typeface="Noto Sans"/>
                <a:ea typeface="DejaVu Sans"/>
              </a:rPr>
              <a:t>Why TechFix?</a:t>
            </a:r>
            <a:endParaRPr lang="en-US" sz="5400" b="1" u="none" strike="noStrike">
              <a:solidFill>
                <a:srgbClr val="FFFFFF"/>
              </a:solidFill>
              <a:effectLst/>
              <a:highlight>
                <a:srgbClr val="0D84A1"/>
              </a:highlight>
              <a:uFillTx/>
              <a:latin typeface="Noto Sans"/>
            </a:endParaRPr>
          </a:p>
        </p:txBody>
      </p:sp>
      <p:sp>
        <p:nvSpPr>
          <p:cNvPr id="119" name="TextBox 112"/>
          <p:cNvSpPr/>
          <p:nvPr/>
        </p:nvSpPr>
        <p:spPr>
          <a:xfrm>
            <a:off x="457200" y="1600200"/>
            <a:ext cx="8999640" cy="3428640"/>
          </a:xfrm>
          <a:prstGeom prst="rect">
            <a:avLst/>
          </a:prstGeom>
          <a:solidFill>
            <a:srgbClr val="FFFFFF"/>
          </a:solidFill>
          <a:ln cap="rnd" w="36000">
            <a:solidFill>
              <a:srgbClr val="0D84A1"/>
            </a:solidFill>
            <a:round/>
          </a:ln>
        </p:spPr>
        <p:style>
          <a:lnRef idx="0"/>
          <a:fillRef idx="0"/>
          <a:effectRef idx="0"/>
          <a:fontRef idx="minor"/>
        </p:style>
        <p:txBody>
          <a:bodyPr lIns="0" tIns="0" rIns="0" bIns="0" anchor="ctr" anchorCtr="1">
            <a:normAutofit/>
          </a:bodyPr>
          <a:p>
            <a:pPr marL="216000" indent="-216000" defTabSz="914400">
              <a:lnSpc>
                <a:spcPct val="100000"/>
              </a:lnSpc>
              <a:spcBef>
                <a:spcPts val="1191"/>
              </a:spcBef>
              <a:spcAft>
                <a:spcPts val="992"/>
              </a:spcAft>
              <a:buClr>
                <a:srgbClr val="000000"/>
              </a:buClr>
              <a:buSzPct val="45000"/>
              <a:buFont typeface="Wingdings" charset="2"/>
              <a:buChar char=""/>
            </a:pPr>
            <a:r>
              <a:rPr lang="en-US" sz="1600" b="0" u="none" strike="noStrike">
                <a:solidFill>
                  <a:srgbClr val="000000"/>
                </a:solidFill>
                <a:effectLst/>
                <a:uFillTx/>
                <a:latin typeface="Noto Sans"/>
                <a:ea typeface="DejaVu Sans"/>
              </a:rPr>
              <a:t>Local repair shops still uses paper receipts or simple spreadsheets, which causes major headaches:</a:t>
            </a:r>
            <a:endParaRPr lang="en-US" sz="16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Lost Information: </a:t>
            </a:r>
            <a:r>
              <a:rPr lang="en-US" sz="1400" b="0" u="none" strike="noStrike">
                <a:solidFill>
                  <a:srgbClr val="000000"/>
                </a:solidFill>
                <a:effectLst/>
                <a:uFillTx/>
                <a:latin typeface="Noto Sans"/>
                <a:ea typeface="DejaVu Sans"/>
              </a:rPr>
              <a:t>Forgetting which charger belongs to which laptop or which screen is intended for which device.</a:t>
            </a:r>
            <a:endParaRPr lang="en-US" sz="14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Customer Anxiety:</a:t>
            </a:r>
            <a:r>
              <a:rPr lang="en-US" sz="1600" b="0" u="none" strike="noStrike">
                <a:solidFill>
                  <a:srgbClr val="000000"/>
                </a:solidFill>
                <a:effectLst/>
                <a:uFillTx/>
                <a:latin typeface="Noto Sans"/>
                <a:ea typeface="DejaVu Sans"/>
              </a:rPr>
              <a:t> </a:t>
            </a:r>
            <a:r>
              <a:rPr lang="en-US" sz="1400" b="0" u="none" strike="noStrike">
                <a:solidFill>
                  <a:srgbClr val="000000"/>
                </a:solidFill>
                <a:effectLst/>
                <a:uFillTx/>
                <a:latin typeface="Noto Sans"/>
                <a:ea typeface="DejaVu Sans"/>
              </a:rPr>
              <a:t>Customers calling constantly asking "Is it fixed yet?" without a reliable tracking system.</a:t>
            </a:r>
            <a:endParaRPr lang="en-US" sz="14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Parts Tracking:</a:t>
            </a:r>
            <a:r>
              <a:rPr lang="en-US" sz="2000" b="0" u="none" strike="noStrike">
                <a:solidFill>
                  <a:srgbClr val="000000"/>
                </a:solidFill>
                <a:effectLst/>
                <a:uFillTx/>
                <a:latin typeface="Noto Sans"/>
                <a:ea typeface="DejaVu Sans"/>
              </a:rPr>
              <a:t> </a:t>
            </a:r>
            <a:r>
              <a:rPr lang="en-US" sz="1400" b="0" u="none" strike="noStrike">
                <a:solidFill>
                  <a:srgbClr val="000000"/>
                </a:solidFill>
                <a:effectLst/>
                <a:uFillTx/>
                <a:latin typeface="Noto Sans"/>
                <a:ea typeface="DejaVu Sans"/>
              </a:rPr>
              <a:t>No visibility into which parts have already been used, leading to waste or double-use of expensive components.</a:t>
            </a:r>
            <a:endParaRPr lang="en-US" sz="14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No Accountability:</a:t>
            </a:r>
            <a:r>
              <a:rPr lang="en-US" sz="1600" b="0" u="none" strike="noStrike">
                <a:solidFill>
                  <a:srgbClr val="000000"/>
                </a:solidFill>
                <a:effectLst/>
                <a:uFillTx/>
                <a:latin typeface="Noto Sans"/>
                <a:ea typeface="DejaVu Sans"/>
              </a:rPr>
              <a:t> </a:t>
            </a:r>
            <a:r>
              <a:rPr lang="en-US" sz="1400" b="0" u="none" strike="noStrike">
                <a:solidFill>
                  <a:srgbClr val="000000"/>
                </a:solidFill>
                <a:effectLst/>
                <a:uFillTx/>
                <a:latin typeface="Noto Sans"/>
                <a:ea typeface="DejaVu Sans"/>
              </a:rPr>
              <a:t>No centralized record of who worked on what, when, and for how much.</a:t>
            </a:r>
            <a:endParaRPr lang="en-US" sz="1400" b="0" u="none" strike="noStrike">
              <a:solidFill>
                <a:srgbClr val="000000"/>
              </a:solidFill>
              <a:effectLst/>
              <a:uFillTx/>
              <a:latin typeface="Arial"/>
            </a:endParaRPr>
          </a:p>
        </p:txBody>
      </p:sp>
    </p:spTree>
  </p:cSld>
  <p:transition>
    <p:fad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504000" y="216000"/>
            <a:ext cx="9071640" cy="1079640"/>
          </a:xfrm>
          <a:prstGeom prst="rect">
            <a:avLst/>
          </a:prstGeom>
          <a:noFill/>
          <a:ln w="0">
            <a:noFill/>
          </a:ln>
        </p:spPr>
        <p:txBody>
          <a:bodyPr lIns="0" tIns="0" rIns="0" bIns="0" anchor="ctr">
            <a:normAutofit/>
          </a:bodyPr>
          <a:p>
            <a:pPr indent="0" algn="l" defTabSz="914400">
              <a:lnSpc>
                <a:spcPct val="90000"/>
              </a:lnSpc>
              <a:buNone/>
              <a:tabLst>
                <a:tab pos="0" algn="l"/>
              </a:tabLst>
            </a:pPr>
            <a:r>
              <a:rPr lang="en-US" sz="5400" b="1" u="none" strike="noStrike">
                <a:solidFill>
                  <a:srgbClr val="FFFFFF"/>
                </a:solidFill>
                <a:effectLst/>
                <a:highlight>
                  <a:srgbClr val="0D84A1"/>
                </a:highlight>
                <a:uFillTx/>
                <a:latin typeface="Noto Sans"/>
                <a:ea typeface="DejaVu Sans"/>
              </a:rPr>
              <a:t>How does TechFix works?</a:t>
            </a:r>
            <a:endParaRPr lang="en-US" sz="5400" b="1" u="none" strike="noStrike">
              <a:solidFill>
                <a:srgbClr val="FFFFFF"/>
              </a:solidFill>
              <a:effectLst/>
              <a:highlight>
                <a:srgbClr val="0D84A1"/>
              </a:highlight>
              <a:uFillTx/>
              <a:latin typeface="Noto Sans"/>
            </a:endParaRPr>
          </a:p>
        </p:txBody>
      </p:sp>
      <p:sp>
        <p:nvSpPr>
          <p:cNvPr id="121" name="TextBox 114"/>
          <p:cNvSpPr/>
          <p:nvPr/>
        </p:nvSpPr>
        <p:spPr>
          <a:xfrm>
            <a:off x="457200" y="1600200"/>
            <a:ext cx="8999640" cy="3428640"/>
          </a:xfrm>
          <a:prstGeom prst="rect">
            <a:avLst/>
          </a:prstGeom>
          <a:solidFill>
            <a:srgbClr val="FFFFFF"/>
          </a:solidFill>
          <a:ln cap="rnd" w="36000">
            <a:solidFill>
              <a:srgbClr val="0D84A1"/>
            </a:solidFill>
            <a:round/>
          </a:ln>
        </p:spPr>
        <p:style>
          <a:lnRef idx="0"/>
          <a:fillRef idx="0"/>
          <a:effectRef idx="0"/>
          <a:fontRef idx="minor"/>
        </p:style>
        <p:txBody>
          <a:bodyPr lIns="0" tIns="0" rIns="0" bIns="0" anchor="ctr" anchorCtr="1">
            <a:normAutofit/>
          </a:bodyPr>
          <a:p>
            <a:pPr marL="216000" indent="-216000" algn="ctr"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Technical Architecture</a:t>
            </a:r>
            <a:endParaRPr lang="en-US" sz="16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Normalized Relational Design: </a:t>
            </a:r>
            <a:r>
              <a:rPr lang="en-US" sz="1400" b="0" u="none" strike="noStrike">
                <a:solidFill>
                  <a:srgbClr val="000000"/>
                </a:solidFill>
                <a:effectLst/>
                <a:uFillTx/>
                <a:latin typeface="Noto Sans"/>
                <a:ea typeface="DejaVu Sans"/>
              </a:rPr>
              <a:t>Ensures data integrity and eliminates redundancy.</a:t>
            </a:r>
            <a:endParaRPr lang="en-US" sz="14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Customer-Centric Tracking (1:N):</a:t>
            </a:r>
            <a:r>
              <a:rPr lang="en-US" sz="1600" b="0" u="none" strike="noStrike">
                <a:solidFill>
                  <a:srgbClr val="000000"/>
                </a:solidFill>
                <a:effectLst/>
                <a:uFillTx/>
                <a:latin typeface="Noto Sans"/>
                <a:ea typeface="DejaVu Sans"/>
              </a:rPr>
              <a:t> </a:t>
            </a:r>
            <a:r>
              <a:rPr lang="en-US" sz="1400" b="0" u="none" strike="noStrike">
                <a:solidFill>
                  <a:srgbClr val="000000"/>
                </a:solidFill>
                <a:effectLst/>
                <a:uFillTx/>
                <a:latin typeface="Noto Sans"/>
                <a:ea typeface="DejaVu Sans"/>
              </a:rPr>
              <a:t>A single Customer profile links to multiple Devices.</a:t>
            </a:r>
            <a:endParaRPr lang="en-US" sz="14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Complete Service History (1:N):</a:t>
            </a:r>
            <a:r>
              <a:rPr lang="en-US" sz="1600" b="0" u="none" strike="noStrike">
                <a:solidFill>
                  <a:srgbClr val="000000"/>
                </a:solidFill>
                <a:effectLst/>
                <a:uFillTx/>
                <a:latin typeface="Noto Sans"/>
                <a:ea typeface="DejaVu Sans"/>
              </a:rPr>
              <a:t> </a:t>
            </a:r>
            <a:r>
              <a:rPr lang="en-US" sz="1400" b="0" u="none" strike="noStrike">
                <a:solidFill>
                  <a:srgbClr val="000000"/>
                </a:solidFill>
                <a:effectLst/>
                <a:uFillTx/>
                <a:latin typeface="Noto Sans"/>
                <a:ea typeface="DejaVu Sans"/>
              </a:rPr>
              <a:t>Each Device maintains an ongoing log of associated Repair_Jobs.</a:t>
            </a:r>
            <a:endParaRPr lang="en-US" sz="14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Precise Cost Allocation (1:N):</a:t>
            </a:r>
            <a:r>
              <a:rPr lang="en-US" sz="1600" b="0" u="none" strike="noStrike">
                <a:solidFill>
                  <a:srgbClr val="000000"/>
                </a:solidFill>
                <a:effectLst/>
                <a:uFillTx/>
                <a:latin typeface="Noto Sans"/>
                <a:ea typeface="DejaVu Sans"/>
              </a:rPr>
              <a:t> </a:t>
            </a:r>
            <a:r>
              <a:rPr lang="en-US" sz="1400" b="0" u="none" strike="noStrike">
                <a:solidFill>
                  <a:srgbClr val="000000"/>
                </a:solidFill>
                <a:effectLst/>
                <a:uFillTx/>
                <a:latin typeface="Noto Sans"/>
                <a:ea typeface="DejaVu Sans"/>
              </a:rPr>
              <a:t>Inventory_Usage is directly tied to specific repair tickets for accurate billing and stock tracking.</a:t>
            </a:r>
            <a:endParaRPr lang="en-US" sz="1400" b="0" u="none" strike="noStrike">
              <a:solidFill>
                <a:srgbClr val="000000"/>
              </a:solidFill>
              <a:effectLst/>
              <a:uFillTx/>
              <a:latin typeface="Arial"/>
            </a:endParaRPr>
          </a:p>
        </p:txBody>
      </p:sp>
    </p:spTree>
  </p:cSld>
  <p:transition>
    <p:fad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rot="16200000">
            <a:off x="-1570680" y="2298960"/>
            <a:ext cx="5039640" cy="982440"/>
          </a:xfrm>
          <a:prstGeom prst="rect">
            <a:avLst/>
          </a:prstGeom>
          <a:noFill/>
          <a:ln w="0">
            <a:noFill/>
          </a:ln>
        </p:spPr>
        <p:txBody>
          <a:bodyPr lIns="0" tIns="0" rIns="0" bIns="0" anchor="ctr">
            <a:normAutofit/>
          </a:bodyPr>
          <a:p>
            <a:pPr indent="0" algn="ctr" defTabSz="914400">
              <a:lnSpc>
                <a:spcPct val="90000"/>
              </a:lnSpc>
              <a:buNone/>
              <a:tabLst>
                <a:tab pos="0" algn="l"/>
              </a:tabLst>
            </a:pPr>
            <a:r>
              <a:rPr lang="en-US" sz="4400" b="1" u="none" strike="noStrike">
                <a:solidFill>
                  <a:srgbClr val="FFFFFF"/>
                </a:solidFill>
                <a:effectLst/>
                <a:uFillTx/>
                <a:latin typeface="Noto Sans"/>
                <a:ea typeface="DejaVu Sans"/>
              </a:rPr>
              <a:t>EER Diagram</a:t>
            </a:r>
            <a:endParaRPr lang="en-US" sz="4400" b="1" u="none" strike="noStrike">
              <a:solidFill>
                <a:srgbClr val="FFFFFF"/>
              </a:solidFill>
              <a:effectLst/>
              <a:uFillTx/>
              <a:latin typeface="Noto Sans"/>
            </a:endParaRPr>
          </a:p>
        </p:txBody>
      </p:sp>
      <p:pic>
        <p:nvPicPr>
          <p:cNvPr id="123" name="Picture 116"/>
          <p:cNvPicPr/>
          <p:nvPr/>
        </p:nvPicPr>
        <p:blipFill>
          <a:blip r:embed="rId1"/>
          <a:stretch/>
        </p:blipFill>
        <p:spPr>
          <a:xfrm>
            <a:off x="2057400" y="706320"/>
            <a:ext cx="7544160" cy="4114440"/>
          </a:xfrm>
          <a:prstGeom prst="rect">
            <a:avLst/>
          </a:prstGeom>
          <a:noFill/>
          <a:ln w="0">
            <a:noFill/>
          </a:ln>
        </p:spPr>
      </p:pic>
    </p:spTree>
  </p:cSld>
  <p:transition>
    <p:fade thruBlk="true"/>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504000" y="216000"/>
            <a:ext cx="9071640" cy="1079640"/>
          </a:xfrm>
          <a:prstGeom prst="rect">
            <a:avLst/>
          </a:prstGeom>
          <a:noFill/>
          <a:ln w="0">
            <a:noFill/>
          </a:ln>
        </p:spPr>
        <p:txBody>
          <a:bodyPr lIns="0" tIns="0" rIns="0" bIns="0" anchor="ctr">
            <a:normAutofit/>
          </a:bodyPr>
          <a:p>
            <a:pPr indent="0" algn="l" defTabSz="914400">
              <a:lnSpc>
                <a:spcPct val="90000"/>
              </a:lnSpc>
              <a:buNone/>
              <a:tabLst>
                <a:tab pos="0" algn="l"/>
              </a:tabLst>
            </a:pPr>
            <a:r>
              <a:rPr lang="en-US" sz="5400" b="1" u="none" strike="noStrike">
                <a:solidFill>
                  <a:srgbClr val="FFFFFF"/>
                </a:solidFill>
                <a:effectLst/>
                <a:highlight>
                  <a:srgbClr val="0D84A1"/>
                </a:highlight>
                <a:uFillTx/>
                <a:latin typeface="Noto Sans"/>
                <a:ea typeface="DejaVu Sans"/>
              </a:rPr>
              <a:t>How does TechFix works?</a:t>
            </a:r>
            <a:endParaRPr lang="en-US" sz="5400" b="1" u="none" strike="noStrike">
              <a:solidFill>
                <a:srgbClr val="FFFFFF"/>
              </a:solidFill>
              <a:effectLst/>
              <a:highlight>
                <a:srgbClr val="0D84A1"/>
              </a:highlight>
              <a:uFillTx/>
              <a:latin typeface="Noto Sans"/>
            </a:endParaRPr>
          </a:p>
        </p:txBody>
      </p:sp>
      <p:sp>
        <p:nvSpPr>
          <p:cNvPr id="125" name="TextBox 118"/>
          <p:cNvSpPr/>
          <p:nvPr/>
        </p:nvSpPr>
        <p:spPr>
          <a:xfrm>
            <a:off x="457200" y="1600200"/>
            <a:ext cx="8999640" cy="3428640"/>
          </a:xfrm>
          <a:prstGeom prst="rect">
            <a:avLst/>
          </a:prstGeom>
          <a:solidFill>
            <a:srgbClr val="FFFFFF"/>
          </a:solidFill>
          <a:ln cap="rnd" w="36000">
            <a:solidFill>
              <a:srgbClr val="0D84A1"/>
            </a:solidFill>
            <a:round/>
          </a:ln>
        </p:spPr>
        <p:style>
          <a:lnRef idx="0"/>
          <a:fillRef idx="0"/>
          <a:effectRef idx="0"/>
          <a:fontRef idx="minor"/>
        </p:style>
        <p:txBody>
          <a:bodyPr lIns="0" tIns="0" rIns="0" bIns="0" anchor="ctr" anchorCtr="1">
            <a:normAutofit/>
          </a:bodyPr>
          <a:p>
            <a:pPr marL="216000" indent="-216000"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Operational Flow (CRUD):</a:t>
            </a:r>
            <a:endParaRPr lang="en-US" sz="16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CREATE (Intake):</a:t>
            </a:r>
            <a:r>
              <a:rPr lang="en-US" sz="1600" b="0" u="none" strike="noStrike">
                <a:solidFill>
                  <a:srgbClr val="000000"/>
                </a:solidFill>
                <a:effectLst/>
                <a:uFillTx/>
                <a:latin typeface="Noto Sans"/>
                <a:ea typeface="DejaVu Sans"/>
              </a:rPr>
              <a:t> </a:t>
            </a:r>
            <a:r>
              <a:rPr lang="en-US" sz="1400" b="0" u="none" strike="noStrike">
                <a:solidFill>
                  <a:srgbClr val="000000"/>
                </a:solidFill>
                <a:effectLst/>
                <a:uFillTx/>
                <a:latin typeface="Noto Sans"/>
                <a:ea typeface="DejaVu Sans"/>
              </a:rPr>
              <a:t>Generate new records for walk-in customers, device logging, and initial job tickets.</a:t>
            </a:r>
            <a:endParaRPr lang="en-US" sz="14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READ (Visibility):</a:t>
            </a:r>
            <a:r>
              <a:rPr lang="en-US" sz="1600" b="0" u="none" strike="noStrike">
                <a:solidFill>
                  <a:srgbClr val="000000"/>
                </a:solidFill>
                <a:effectLst/>
                <a:uFillTx/>
                <a:latin typeface="Noto Sans"/>
                <a:ea typeface="DejaVu Sans"/>
              </a:rPr>
              <a:t> </a:t>
            </a:r>
            <a:r>
              <a:rPr lang="en-US" sz="1400" b="0" u="none" strike="noStrike">
                <a:solidFill>
                  <a:srgbClr val="000000"/>
                </a:solidFill>
                <a:effectLst/>
                <a:uFillTx/>
                <a:latin typeface="Noto Sans"/>
                <a:ea typeface="DejaVu Sans"/>
              </a:rPr>
              <a:t>Populate technician dashboards with 'Pending' jobs and allow managers to audit inventory usage.</a:t>
            </a:r>
            <a:endParaRPr lang="en-US" sz="14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UPDATE (Progression):</a:t>
            </a:r>
            <a:r>
              <a:rPr lang="en-US" sz="1600" b="0" u="none" strike="noStrike">
                <a:solidFill>
                  <a:srgbClr val="000000"/>
                </a:solidFill>
                <a:effectLst/>
                <a:uFillTx/>
                <a:latin typeface="Noto Sans"/>
                <a:ea typeface="DejaVu Sans"/>
              </a:rPr>
              <a:t> </a:t>
            </a:r>
            <a:r>
              <a:rPr lang="en-US" sz="1400" b="0" u="none" strike="noStrike">
                <a:solidFill>
                  <a:srgbClr val="000000"/>
                </a:solidFill>
                <a:effectLst/>
                <a:uFillTx/>
                <a:latin typeface="Noto Sans"/>
                <a:ea typeface="DejaVu Sans"/>
              </a:rPr>
              <a:t>Dynamically shift job statuses in real-time (Pending → Repairing → Ready → Delivered).</a:t>
            </a:r>
            <a:endParaRPr lang="en-US" sz="14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DELETE (Maintenance):</a:t>
            </a:r>
            <a:r>
              <a:rPr lang="en-US" sz="1600" b="0" u="none" strike="noStrike">
                <a:solidFill>
                  <a:srgbClr val="000000"/>
                </a:solidFill>
                <a:effectLst/>
                <a:uFillTx/>
                <a:latin typeface="Noto Sans"/>
                <a:ea typeface="DejaVu Sans"/>
              </a:rPr>
              <a:t> </a:t>
            </a:r>
            <a:r>
              <a:rPr lang="en-US" sz="1400" b="0" u="none" strike="noStrike">
                <a:solidFill>
                  <a:srgbClr val="000000"/>
                </a:solidFill>
                <a:effectLst/>
                <a:uFillTx/>
                <a:latin typeface="Noto Sans"/>
                <a:ea typeface="DejaVu Sans"/>
              </a:rPr>
              <a:t>Safely drop canceled requests or utilize soft-deletes to preserve historical audit trails.</a:t>
            </a:r>
            <a:endParaRPr lang="en-US" sz="1400" b="0" u="none" strike="noStrike">
              <a:solidFill>
                <a:srgbClr val="000000"/>
              </a:solidFill>
              <a:effectLst/>
              <a:uFillTx/>
              <a:latin typeface="Arial"/>
            </a:endParaRPr>
          </a:p>
        </p:txBody>
      </p:sp>
    </p:spTree>
  </p:cSld>
  <p:transition>
    <p:fade/>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rot="16200000">
            <a:off x="-1570680" y="2298960"/>
            <a:ext cx="5039640" cy="982440"/>
          </a:xfrm>
          <a:prstGeom prst="rect">
            <a:avLst/>
          </a:prstGeom>
          <a:noFill/>
          <a:ln w="0">
            <a:noFill/>
          </a:ln>
        </p:spPr>
        <p:txBody>
          <a:bodyPr lIns="0" tIns="0" rIns="0" bIns="0" anchor="ctr">
            <a:normAutofit/>
          </a:bodyPr>
          <a:p>
            <a:pPr indent="0" algn="ctr" defTabSz="914400">
              <a:lnSpc>
                <a:spcPct val="90000"/>
              </a:lnSpc>
              <a:buNone/>
              <a:tabLst>
                <a:tab pos="0" algn="l"/>
              </a:tabLst>
            </a:pPr>
            <a:r>
              <a:rPr lang="en-US" sz="4400" b="1" u="none" strike="noStrike">
                <a:solidFill>
                  <a:srgbClr val="FFFFFF"/>
                </a:solidFill>
                <a:effectLst/>
                <a:uFillTx/>
                <a:latin typeface="Noto Sans"/>
                <a:ea typeface="DejaVu Sans"/>
              </a:rPr>
              <a:t>Core Workflow</a:t>
            </a:r>
            <a:br>
              <a:rPr sz="4400"/>
            </a:br>
            <a:endParaRPr lang="en-US" sz="4400" b="1" u="none" strike="noStrike">
              <a:solidFill>
                <a:srgbClr val="FFFFFF"/>
              </a:solidFill>
              <a:effectLst/>
              <a:uFillTx/>
              <a:latin typeface="Noto Sans"/>
            </a:endParaRPr>
          </a:p>
        </p:txBody>
      </p:sp>
      <p:pic>
        <p:nvPicPr>
          <p:cNvPr id="127" name="Picture 120"/>
          <p:cNvPicPr/>
          <p:nvPr/>
        </p:nvPicPr>
        <p:blipFill>
          <a:blip r:embed="rId1"/>
          <a:stretch/>
        </p:blipFill>
        <p:spPr>
          <a:xfrm>
            <a:off x="2057400" y="706320"/>
            <a:ext cx="7544160" cy="4114440"/>
          </a:xfrm>
          <a:prstGeom prst="rect">
            <a:avLst/>
          </a:prstGeom>
          <a:noFill/>
          <a:ln w="0">
            <a:noFill/>
          </a:ln>
        </p:spPr>
      </p:pic>
    </p:spTree>
  </p:cSld>
  <p:transition>
    <p:fade thruBlk="true"/>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504000" y="216000"/>
            <a:ext cx="9071640" cy="1079640"/>
          </a:xfrm>
          <a:prstGeom prst="rect">
            <a:avLst/>
          </a:prstGeom>
          <a:noFill/>
          <a:ln w="0">
            <a:noFill/>
          </a:ln>
        </p:spPr>
        <p:txBody>
          <a:bodyPr lIns="0" tIns="0" rIns="0" bIns="0" anchor="ctr">
            <a:normAutofit fontScale="92500" lnSpcReduction="9999"/>
          </a:bodyPr>
          <a:p>
            <a:pPr indent="0" algn="l" defTabSz="914400">
              <a:lnSpc>
                <a:spcPct val="90000"/>
              </a:lnSpc>
              <a:buNone/>
              <a:tabLst>
                <a:tab pos="0" algn="l"/>
              </a:tabLst>
            </a:pPr>
            <a:r>
              <a:rPr lang="en-US" sz="5400" b="1" u="none" strike="noStrike">
                <a:solidFill>
                  <a:srgbClr val="FFFFFF"/>
                </a:solidFill>
                <a:effectLst/>
                <a:highlight>
                  <a:srgbClr val="0D84A1"/>
                </a:highlight>
                <a:uFillTx/>
                <a:latin typeface="Noto Sans"/>
                <a:ea typeface="DejaVu Sans"/>
              </a:rPr>
              <a:t>What does TechFix Delivers?</a:t>
            </a:r>
            <a:endParaRPr lang="en-US" sz="5400" b="1" u="none" strike="noStrike">
              <a:solidFill>
                <a:srgbClr val="FFFFFF"/>
              </a:solidFill>
              <a:effectLst/>
              <a:highlight>
                <a:srgbClr val="0D84A1"/>
              </a:highlight>
              <a:uFillTx/>
              <a:latin typeface="Noto Sans"/>
            </a:endParaRPr>
          </a:p>
        </p:txBody>
      </p:sp>
      <p:sp>
        <p:nvSpPr>
          <p:cNvPr id="129" name="TextBox 122"/>
          <p:cNvSpPr/>
          <p:nvPr/>
        </p:nvSpPr>
        <p:spPr>
          <a:xfrm>
            <a:off x="434160" y="1106640"/>
            <a:ext cx="8999640" cy="4437000"/>
          </a:xfrm>
          <a:prstGeom prst="rect">
            <a:avLst/>
          </a:prstGeom>
          <a:solidFill>
            <a:srgbClr val="FFFFFF"/>
          </a:solidFill>
          <a:ln cap="rnd" w="36000">
            <a:solidFill>
              <a:srgbClr val="0D84A1"/>
            </a:solidFill>
            <a:round/>
          </a:ln>
        </p:spPr>
        <p:style>
          <a:lnRef idx="0"/>
          <a:fillRef idx="0"/>
          <a:effectRef idx="0"/>
          <a:fontRef idx="minor"/>
        </p:style>
        <p:txBody>
          <a:bodyPr lIns="0" tIns="0" rIns="0" bIns="0" anchor="ctr" anchorCtr="1">
            <a:noAutofit/>
          </a:bodyPr>
          <a:p>
            <a:pPr marL="216000" indent="-216000" defTabSz="914400">
              <a:lnSpc>
                <a:spcPct val="100000"/>
              </a:lnSpc>
              <a:spcBef>
                <a:spcPts val="1191"/>
              </a:spcBef>
              <a:spcAft>
                <a:spcPts val="992"/>
              </a:spcAft>
              <a:buClr>
                <a:srgbClr val="000000"/>
              </a:buClr>
              <a:buSzPct val="45000"/>
              <a:buFont typeface="Wingdings" charset="2"/>
              <a:buChar char=""/>
            </a:pPr>
            <a:r>
              <a:rPr lang="en-US" sz="1600" b="0" u="none" strike="noStrike">
                <a:solidFill>
                  <a:srgbClr val="000000"/>
                </a:solidFill>
                <a:effectLst/>
                <a:uFillTx/>
                <a:latin typeface="Noto Sans"/>
                <a:ea typeface="DejaVu Sans"/>
              </a:rPr>
              <a:t>Upon completion, you will have built a complete, working system that demonstrates:</a:t>
            </a:r>
            <a:endParaRPr lang="en-US" sz="16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Normalized relational schema</a:t>
            </a:r>
            <a:r>
              <a:rPr lang="en-US" sz="1600" b="0" u="none" strike="noStrike">
                <a:solidFill>
                  <a:srgbClr val="000000"/>
                </a:solidFill>
                <a:effectLst/>
                <a:uFillTx/>
                <a:latin typeface="Noto Sans"/>
                <a:ea typeface="DejaVu Sans"/>
              </a:rPr>
              <a:t> with primary keys, foreign keys, and referential integrity.</a:t>
            </a:r>
            <a:endParaRPr lang="en-US" sz="16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Full CRUD operations</a:t>
            </a:r>
            <a:r>
              <a:rPr lang="en-US" sz="1600" b="0" u="none" strike="noStrike">
                <a:solidFill>
                  <a:srgbClr val="000000"/>
                </a:solidFill>
                <a:effectLst/>
                <a:uFillTx/>
                <a:latin typeface="Noto Sans"/>
                <a:ea typeface="DejaVu Sans"/>
              </a:rPr>
              <a:t> implemented and working via REST API.</a:t>
            </a:r>
            <a:endParaRPr lang="en-US" sz="16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Multi-table SELECT queries</a:t>
            </a:r>
            <a:r>
              <a:rPr lang="en-US" sz="1600" b="0" u="none" strike="noStrike">
                <a:solidFill>
                  <a:srgbClr val="000000"/>
                </a:solidFill>
                <a:effectLst/>
                <a:uFillTx/>
                <a:latin typeface="Noto Sans"/>
                <a:ea typeface="DejaVu Sans"/>
              </a:rPr>
              <a:t> with JOINs that retrieve complex data (e.g., a complete repair receipt).</a:t>
            </a:r>
            <a:endParaRPr lang="en-US" sz="16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Database triggers</a:t>
            </a:r>
            <a:r>
              <a:rPr lang="en-US" sz="1600" b="0" u="none" strike="noStrike">
                <a:solidFill>
                  <a:srgbClr val="000000"/>
                </a:solidFill>
                <a:effectLst/>
                <a:uFillTx/>
                <a:latin typeface="Noto Sans"/>
                <a:ea typeface="DejaVu Sans"/>
              </a:rPr>
              <a:t> that automate business logic (e.g., auto-calculate final cost).</a:t>
            </a:r>
            <a:endParaRPr lang="en-US" sz="16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A functional Flutter mobile app</a:t>
            </a:r>
            <a:r>
              <a:rPr lang="en-US" sz="1600" b="0" u="none" strike="noStrike">
                <a:solidFill>
                  <a:srgbClr val="000000"/>
                </a:solidFill>
                <a:effectLst/>
                <a:uFillTx/>
                <a:latin typeface="Noto Sans"/>
                <a:ea typeface="DejaVu Sans"/>
              </a:rPr>
              <a:t> that reads and writes to the database in real-time.</a:t>
            </a:r>
            <a:endParaRPr lang="en-US" sz="16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Error handling and validation</a:t>
            </a:r>
            <a:r>
              <a:rPr lang="en-US" sz="1600" b="0" u="none" strike="noStrike">
                <a:solidFill>
                  <a:srgbClr val="000000"/>
                </a:solidFill>
                <a:effectLst/>
                <a:uFillTx/>
                <a:latin typeface="Noto Sans"/>
                <a:ea typeface="DejaVu Sans"/>
              </a:rPr>
              <a:t> at both database and application layers.</a:t>
            </a:r>
            <a:endParaRPr lang="en-US" sz="16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US" sz="1600" b="1" u="none" strike="noStrike">
                <a:solidFill>
                  <a:srgbClr val="000000"/>
                </a:solidFill>
                <a:effectLst/>
                <a:uFillTx/>
                <a:latin typeface="Noto Sans"/>
                <a:ea typeface="DejaVu Sans"/>
              </a:rPr>
              <a:t>A system ready for real-world deployment</a:t>
            </a:r>
            <a:r>
              <a:rPr lang="en-US" sz="1600" b="0" u="none" strike="noStrike">
                <a:solidFill>
                  <a:srgbClr val="000000"/>
                </a:solidFill>
                <a:effectLst/>
                <a:uFillTx/>
                <a:latin typeface="Noto Sans"/>
                <a:ea typeface="DejaVu Sans"/>
              </a:rPr>
              <a:t> to an actual repair shop.</a:t>
            </a:r>
            <a:endParaRPr lang="en-US" sz="1600" b="0" u="none" strike="noStrike">
              <a:solidFill>
                <a:srgbClr val="000000"/>
              </a:solidFill>
              <a:effectLst/>
              <a:uFillTx/>
              <a:latin typeface="Arial"/>
            </a:endParaRPr>
          </a:p>
        </p:txBody>
      </p:sp>
    </p:spTree>
  </p:cSld>
  <p:transition>
    <p:fade/>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rot="16200000">
            <a:off x="-1570680" y="2298960"/>
            <a:ext cx="5039640" cy="982440"/>
          </a:xfrm>
          <a:prstGeom prst="rect">
            <a:avLst/>
          </a:prstGeom>
          <a:noFill/>
          <a:ln w="0">
            <a:noFill/>
          </a:ln>
        </p:spPr>
        <p:txBody>
          <a:bodyPr lIns="0" tIns="0" rIns="0" bIns="0" anchor="ctr">
            <a:normAutofit/>
          </a:bodyPr>
          <a:p>
            <a:pPr indent="0" algn="ctr" defTabSz="914400">
              <a:lnSpc>
                <a:spcPct val="90000"/>
              </a:lnSpc>
              <a:buNone/>
              <a:tabLst>
                <a:tab pos="0" algn="l"/>
              </a:tabLst>
            </a:pPr>
            <a:r>
              <a:rPr lang="en-US" sz="4400" b="1" u="none" strike="noStrike">
                <a:solidFill>
                  <a:srgbClr val="FFFFFF"/>
                </a:solidFill>
                <a:effectLst/>
                <a:uFillTx/>
                <a:latin typeface="Noto Sans"/>
                <a:ea typeface="DejaVu Sans"/>
              </a:rPr>
              <a:t>Tech Stack</a:t>
            </a:r>
            <a:endParaRPr lang="en-US" sz="4400" b="1" u="none" strike="noStrike">
              <a:solidFill>
                <a:srgbClr val="FFFFFF"/>
              </a:solidFill>
              <a:effectLst/>
              <a:uFillTx/>
              <a:latin typeface="Noto Sans"/>
            </a:endParaRPr>
          </a:p>
        </p:txBody>
      </p:sp>
      <p:pic>
        <p:nvPicPr>
          <p:cNvPr id="131" name="Picture 124"/>
          <p:cNvPicPr/>
          <p:nvPr/>
        </p:nvPicPr>
        <p:blipFill>
          <a:blip r:embed="rId1"/>
          <a:stretch/>
        </p:blipFill>
        <p:spPr>
          <a:xfrm>
            <a:off x="2057400" y="706320"/>
            <a:ext cx="7544160" cy="4114440"/>
          </a:xfrm>
          <a:prstGeom prst="rect">
            <a:avLst/>
          </a:prstGeom>
          <a:noFill/>
          <a:ln w="0">
            <a:noFill/>
          </a:ln>
        </p:spPr>
      </p:pic>
    </p:spTree>
  </p:cSld>
  <p:transition>
    <p:fade thruBlk="true"/>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Rectangle 125"/>
          <p:cNvSpPr/>
          <p:nvPr/>
        </p:nvSpPr>
        <p:spPr>
          <a:xfrm>
            <a:off x="0" y="3312000"/>
            <a:ext cx="10079640" cy="719640"/>
          </a:xfrm>
          <a:prstGeom prst="rect">
            <a:avLst/>
          </a:prstGeom>
          <a:solidFill>
            <a:srgbClr val="FFFFFF">
              <a:alpha val="50000"/>
            </a:srgbClr>
          </a:solidFill>
          <a:ln w="0">
            <a:noFill/>
          </a:ln>
        </p:spPr>
        <p:style>
          <a:lnRef idx="0"/>
          <a:fillRef idx="0"/>
          <a:effectRef idx="0"/>
          <a:fontRef idx="minor"/>
        </p:style>
        <p:txBody>
          <a:bodyPr wrap="none" lIns="0" tIns="0" rIns="0" bIns="0" anchor="ctr">
            <a:noAutofit/>
          </a:bodyPr>
          <a:p>
            <a:endParaRPr lang="en-US" sz="1800" b="0" u="none" strike="noStrike">
              <a:solidFill>
                <a:srgbClr val="000000"/>
              </a:solidFill>
              <a:effectLst/>
              <a:uFillTx/>
              <a:latin typeface="Noto Sans"/>
            </a:endParaRPr>
          </a:p>
        </p:txBody>
      </p:sp>
      <p:sp>
        <p:nvSpPr>
          <p:cNvPr id="133" name="PlaceHolder 1"/>
          <p:cNvSpPr>
            <a:spLocks noGrp="1"/>
          </p:cNvSpPr>
          <p:nvPr>
            <p:ph type="title"/>
          </p:nvPr>
        </p:nvSpPr>
        <p:spPr>
          <a:xfrm>
            <a:off x="720000" y="576000"/>
            <a:ext cx="8639640" cy="2519640"/>
          </a:xfrm>
          <a:prstGeom prst="rect">
            <a:avLst/>
          </a:prstGeom>
          <a:noFill/>
          <a:ln w="0">
            <a:noFill/>
          </a:ln>
        </p:spPr>
        <p:txBody>
          <a:bodyPr lIns="0" tIns="0" rIns="0" bIns="0" anchor="ctr">
            <a:normAutofit/>
          </a:bodyPr>
          <a:p>
            <a:pPr indent="0" algn="l" defTabSz="914400">
              <a:lnSpc>
                <a:spcPct val="90000"/>
              </a:lnSpc>
              <a:buNone/>
              <a:tabLst>
                <a:tab pos="0" algn="l"/>
              </a:tabLst>
            </a:pPr>
            <a:r>
              <a:rPr lang="en-US" sz="7200" b="1" u="none" strike="noStrike">
                <a:solidFill>
                  <a:srgbClr val="FFFFFF"/>
                </a:solidFill>
                <a:effectLst/>
                <a:uFillTx/>
                <a:latin typeface="Noto Sans"/>
                <a:ea typeface="DejaVu Sans"/>
              </a:rPr>
              <a:t>Thank you</a:t>
            </a:r>
            <a:endParaRPr lang="en-US" sz="7200" b="1" u="none" strike="noStrike">
              <a:solidFill>
                <a:srgbClr val="FFFFFF"/>
              </a:solidFill>
              <a:effectLst/>
              <a:uFillTx/>
              <a:latin typeface="Noto Sans"/>
            </a:endParaRPr>
          </a:p>
        </p:txBody>
      </p:sp>
      <p:sp>
        <p:nvSpPr>
          <p:cNvPr id="134" name="PlaceHolder 2"/>
          <p:cNvSpPr>
            <a:spLocks noGrp="1"/>
          </p:cNvSpPr>
          <p:nvPr>
            <p:ph type="subTitle"/>
          </p:nvPr>
        </p:nvSpPr>
        <p:spPr>
          <a:xfrm>
            <a:off x="720000" y="3312000"/>
            <a:ext cx="6839640" cy="1799640"/>
          </a:xfrm>
          <a:prstGeom prst="rect">
            <a:avLst/>
          </a:prstGeom>
          <a:noFill/>
          <a:ln w="0">
            <a:noFill/>
          </a:ln>
        </p:spPr>
        <p:txBody>
          <a:bodyPr lIns="0" tIns="0" rIns="0" bIns="0" anchor="t">
            <a:normAutofit/>
          </a:bodyPr>
          <a:p>
            <a:pPr marL="228600" indent="0" algn="l" defTabSz="914400">
              <a:lnSpc>
                <a:spcPct val="115000"/>
              </a:lnSpc>
              <a:spcBef>
                <a:spcPts val="1417"/>
              </a:spcBef>
              <a:buNone/>
              <a:tabLst>
                <a:tab pos="0" algn="l"/>
              </a:tabLst>
            </a:pPr>
            <a:r>
              <a:rPr lang="en-US" sz="3200" b="0" u="none" strike="noStrike">
                <a:solidFill>
                  <a:srgbClr val="FFFFFF"/>
                </a:solidFill>
                <a:effectLst/>
                <a:uFillTx/>
                <a:latin typeface="Noto Sans"/>
                <a:ea typeface="DejaVu Sans"/>
              </a:rPr>
              <a:t>This concludes my proposal presentation here.</a:t>
            </a:r>
            <a:endParaRPr lang="en-US" sz="3200" b="0" u="none" strike="noStrike">
              <a:solidFill>
                <a:srgbClr val="000000"/>
              </a:solidFill>
              <a:effectLst/>
              <a:uFillTx/>
              <a:latin typeface="Arial"/>
            </a:endParaRPr>
          </a:p>
        </p:txBody>
      </p:sp>
    </p:spTree>
  </p:cSld>
  <p:transition>
    <p:fade/>
  </p:transition>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21</TotalTime>
  <Application>LibreOffice/26.2.3.2$Linux_X86_64 LibreOffice_project/620$Build-2</Application>
  <AppVersion>15.0000</AppVersion>
  <Words>542</Words>
  <Paragraphs>54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2026-04-29T05:29:45Z</dcterms:created>
  <dc:creator/>
  <dc:description>
               Freshes - LibreOffice Impress Template
                        by Risyad Rais
Freshes Template is supposed to be a template for LibreOffice
Impress. But I guess calling it a placeholder or sample slides might be even
more suitable since it's not really optimized properly for LibreOffice Impress
Workflow.
This template is made as an answer to Indonesian LibreOffice Community and
Gimpscape ID's call-to-arms to contribute to the 10th anniversary of
LibreOffice celebration.
##How to
###Normal slides
1. Duplicate the slide you want to edit
2. Edit the texts
3. Rearrange the slides and remove the ones you don't need
###Icons
To change icons, go to: "Insert -&gt; Special Character"
and choose the one you like.
###Chart slides
1. Double click the chart
2. Edit Data Table
##Features
1. A fresh looking first and last slide with huge typography
2. Covered single bullet to four bullets slides
3. Charts available in two styles: Collumns and Lines
4. A very mediocre looking Diagram and Table slide
5. Timeline slides
6. Super simple Closing slide
If you tried this and have any suggestions, feel free to send a mail: satmo54[at]gmail[dot]com
##Acknowledgements
Here's some resources I used to make this template:
###Images
Images used here are licensed under [Unsplash License](https://unsplash.com/license).
1. [White clouds and blue skies](https://unsplash.com/photos/DbwYNr8RPbg) by Resul on Unsplash.
2. [Four on flight hot air balloons](https://unsplash.com/photos/HcuKlhq4osM) by C.Valdez on Unsplash.
##License
This template is released under CC by SA 4.0 License. Other resources used in
this template have their own respective licenses you might want to check.
    </dc:description>
  <dc:language>en-US</dc:language>
  <cp:lastModifiedBy/>
  <dcterms:modified xsi:type="dcterms:W3CDTF">2026-05-04T06:11:14Z</dcterms:modified>
  <cp:revision>6</cp:revision>
  <dc:subject/>
  <dc:title>Freshes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Custom</vt:lpwstr>
  </property>
  <property fmtid="{D5CDD505-2E9C-101B-9397-08002B2CF9AE}" pid="3" name="Slides">
    <vt:i4>13</vt:i4>
  </property>
</Properties>
</file>